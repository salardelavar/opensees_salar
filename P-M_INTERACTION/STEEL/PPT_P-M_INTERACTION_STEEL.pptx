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316" r:id="rId3"/>
    <p:sldId id="281" r:id="rId4"/>
    <p:sldId id="313" r:id="rId5"/>
    <p:sldId id="314" r:id="rId6"/>
    <p:sldId id="315" r:id="rId7"/>
    <p:sldId id="304" r:id="rId8"/>
    <p:sldId id="312" r:id="rId9"/>
    <p:sldId id="305" r:id="rId10"/>
    <p:sldId id="306" r:id="rId11"/>
    <p:sldId id="307" r:id="rId12"/>
    <p:sldId id="3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511-2709-E7A8-0E94-7B7E8BA28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7D762-DC49-2CDB-1E5E-51482A3E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94A-2D9B-EC0B-0E67-60AA46EC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45C6-EBBD-B162-7A5C-1392FA6E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595D-6113-9E8B-E375-518B03D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C1C7-1C56-3A1A-B144-CB902609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50C2-398E-7A8F-4C02-E2D50CC6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C3B8-CF88-184A-8F38-CE7FE17C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DE1F-115B-8810-F0E9-E49E76F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8BB2-2809-BF14-46DE-7DF3668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D37D-DC98-95CE-4F36-2D2F580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C449-F7EE-7D59-2270-3BAFBBC2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B2A3-B124-7343-F734-E50A26D0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FD5F-9FD9-398C-10F8-4F0062D5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0B96-3984-A56F-EF8F-6283CC6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A63B-90B6-1A99-2ECC-F1F074F3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86B-1EE1-E48A-AE24-AB47AB974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747C-B621-B873-3660-96FAEBAA2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FCA8-9B1F-6F3D-11F7-834CE567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F894-9037-E47D-59E3-0934CDDE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4A17-DB26-84D3-968A-CC4075BB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A47-AEDF-2D0F-2B3C-BA2B422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407-C3C7-9112-9B5C-F57C0C8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2E1D-87B8-76ED-22E9-555A7EBD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DD3D-4A4E-19C3-594A-3B933BD2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A26CA-638D-427E-3679-32D052A3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F57F6-76C3-545D-6227-9406DB4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75394-8AD0-9D87-81A6-85D090A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1DF16-41E7-50F2-BC6E-C5F1AA6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27C-5B9F-138E-FFE7-A875A15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E1223-151A-C8F7-BDAD-1CDD210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9E63-5375-5438-3CF2-62664273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81D7-A9A2-EBC6-A707-DC1D0359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A61-00A2-3A76-9254-F9E93F5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8F1B1-9DA7-0903-0912-8F6C099C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46A2-1BB8-AEEA-819A-031FA1B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0C65-5F66-CF2B-F64B-225BE40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946C-C764-C2C6-9D27-CF42514E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E9074-1A55-6A80-E114-A1C310C37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F6DB8-3F49-13A6-1EED-DD55D84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8FD5-47E1-17E8-A5A3-6EF4207D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7D12-9788-C4D9-8581-BB72474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6A2-2876-E41B-5320-5E8234E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F74C-9AEB-A52E-E714-EA2863154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7B06-68A5-3148-01DC-AECC3316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EBC6-DD45-E2AF-FBD7-542D022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001B-259C-7FDF-FBFC-D3968505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054A-251D-3CB2-A03B-9292CBD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4D6D-B08F-1F2D-509E-FFCCF04C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F4AE-2145-0F44-717F-4D77BAE2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041-CB43-0051-23CC-2B28A57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1443-6A6B-E748-A3B7-20C3FA0E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2BA-835A-30D1-8168-51566E0A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C4E1B-39BF-E681-B5B8-88FBA902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B9254-4DBE-B052-3BB1-BFD7D117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ED6C-685E-40E9-C987-B5609C00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6231-DFED-F5BB-258C-C357365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0AA09-8761-B20D-DA5B-0EC457ED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6A390-FFC8-6C44-7D72-7371360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D72C-7C22-A27A-6FF2-52331BC8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930C-C557-856A-9886-9BA69CA63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4A45-BCC6-4365-9763-560FDC98A6B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69-5195-25E1-1894-A02254A6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3361-A1DB-333C-7119-5D91C514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3971-0865-A183-EEE6-3CEE771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0D356-BC1A-B4B5-B807-DA0D6101C703}"/>
              </a:ext>
            </a:extLst>
          </p:cNvPr>
          <p:cNvSpPr txBox="1"/>
          <p:nvPr/>
        </p:nvSpPr>
        <p:spPr>
          <a:xfrm>
            <a:off x="0" y="628233"/>
            <a:ext cx="12192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  <a:endParaRPr lang="fa-IR" sz="1600" b="1" dirty="0">
              <a:solidFill>
                <a:schemeClr val="accent3"/>
              </a:solidFill>
            </a:endParaRPr>
          </a:p>
          <a:p>
            <a:pPr algn="ctr"/>
            <a:r>
              <a:rPr lang="en-US" sz="5500" b="1" dirty="0">
                <a:solidFill>
                  <a:schemeClr val="accent5"/>
                </a:solidFill>
              </a:rPr>
              <a:t>COMPARATIVE ANALYSIS OF AXIAL FORCE-MOMENT (P-M) INTERACTION BEHAVIOR IN FOUR DIFFERENT STEEL SECTIONS : EVALUATING STRAIN HARDENING EFFECTS AND ULTIMATE STRAIN CRITERIA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</a:t>
            </a:r>
            <a:r>
              <a:rPr lang="fa-IR" sz="1600" b="1" dirty="0">
                <a:solidFill>
                  <a:schemeClr val="accent3"/>
                </a:solidFill>
              </a:rPr>
              <a:t> </a:t>
            </a:r>
            <a:endParaRPr lang="en-US" sz="16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3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A5782-4139-2981-8432-4D63A728B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88C83-C6D3-BF15-99F2-BA51CFAF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3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ED33-3803-C554-8F8F-B0FC7B37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8419DE-B395-6FEC-4573-0625EE829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141" y="0"/>
            <a:ext cx="7221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8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DEBE-D87B-B41B-9433-16E6C3AA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449918-BFB0-5FD7-C9C5-D8D467269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615" y="0"/>
            <a:ext cx="7566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7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6818-1351-E535-148D-3AC3450D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CBED97-54BC-DB70-5BFE-03FF036B1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09" y="0"/>
            <a:ext cx="9397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9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FF0E-44D3-AFF0-26BD-A42BE5F9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4BC937-7541-496D-C81C-77F04218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543"/>
            <a:ext cx="12192000" cy="465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97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3AB6-CC54-4757-4230-67268EB9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C54B37-4215-83A4-810C-D3CB7D05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7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6B446-0386-225F-7F41-E171BEA6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3DF118-9FD8-24C7-758D-1CDA7F341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8392-5826-0501-4238-1279CA42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90C1BF-4F25-F28A-4919-2AB5C26A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2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6442-BC5A-2D9B-198E-6C7DA23E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78CF9E-25D2-ADD5-85C3-9D1943DAE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00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6FD1-B549-0690-02E0-85DE5E01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789D0F-9D47-32F3-85F3-B3AB53D52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64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B7F0-D747-FA10-B83E-33BD7C51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ED5B7D-D8E9-21C5-BA3B-38C0D2F5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64" y="225260"/>
            <a:ext cx="9169871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7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47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53</cp:revision>
  <cp:lastPrinted>2025-08-07T11:12:23Z</cp:lastPrinted>
  <dcterms:created xsi:type="dcterms:W3CDTF">2025-07-14T18:44:20Z</dcterms:created>
  <dcterms:modified xsi:type="dcterms:W3CDTF">2026-01-14T12:33:10Z</dcterms:modified>
</cp:coreProperties>
</file>