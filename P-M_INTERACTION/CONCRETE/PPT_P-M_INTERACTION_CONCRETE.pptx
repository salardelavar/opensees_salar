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1" r:id="rId3"/>
    <p:sldId id="313" r:id="rId4"/>
    <p:sldId id="304" r:id="rId5"/>
    <p:sldId id="312" r:id="rId6"/>
    <p:sldId id="305" r:id="rId7"/>
    <p:sldId id="306" r:id="rId8"/>
    <p:sldId id="307" r:id="rId9"/>
    <p:sldId id="31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0" y="258901"/>
            <a:ext cx="121920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  <a:endParaRPr lang="fa-IR" sz="1400" b="1" dirty="0">
              <a:solidFill>
                <a:schemeClr val="accent3"/>
              </a:solidFill>
            </a:endParaRPr>
          </a:p>
          <a:p>
            <a:pPr algn="ctr"/>
            <a:r>
              <a:rPr lang="en-US" sz="5500" b="1" dirty="0">
                <a:solidFill>
                  <a:schemeClr val="accent5"/>
                </a:solidFill>
              </a:rPr>
              <a:t>COMPARATIVE ANALYSIS OF AXIAL FORCE-MOMENT (P-M) INTERACTION BEHAVIOR IN CONFINED REINFORCED CONCRETE CROSS-SECTIONS: EVALUATING STRAIN HARDENING EFFECTS AND ULTIMATE STRAIN CRITERIA</a:t>
            </a:r>
          </a:p>
          <a:p>
            <a:pPr algn="ctr"/>
            <a:r>
              <a:rPr lang="en-US" sz="1400" b="1" dirty="0">
                <a:solidFill>
                  <a:schemeClr val="accent3"/>
                </a:solidFill>
              </a:rPr>
              <a:t>WRITTEN BY SALAR DELAVAR GHASHGHAEI (QASHQAI)</a:t>
            </a:r>
            <a:r>
              <a:rPr lang="fa-IR" sz="1400" b="1" dirty="0">
                <a:solidFill>
                  <a:schemeClr val="accent3"/>
                </a:solidFill>
              </a:rPr>
              <a:t> </a:t>
            </a:r>
            <a:endParaRPr lang="en-US" sz="1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18CE1-6569-CF19-12C3-CCB92A93D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176212"/>
            <a:ext cx="7820025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DEBE-D87B-B41B-9433-16E6C3AA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9AE780-A804-93BB-5BE7-913CE900C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7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3AB6-CC54-4757-4230-67268EB9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0AC24A-82E2-A9AE-8041-DD8DF089E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B446-0386-225F-7F41-E171BEA6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F2B574-EBEA-D5D8-FBDC-2AEE4635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8392-5826-0501-4238-1279CA42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B02651-1BE3-7CA4-9A75-68225353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2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6442-BC5A-2D9B-198E-6C7DA23E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FCFFF-3FFD-7D1D-032F-AD8A27FF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0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6FD1-B549-0690-02E0-85DE5E01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61A8E9-3F87-2377-A126-18C19A67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6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E052-5641-57E1-B38C-6B70431C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22C02-58F4-F7E8-4CC0-ACDBC0C3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64" y="225260"/>
            <a:ext cx="9169871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68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47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50</cp:revision>
  <cp:lastPrinted>2025-07-29T09:51:21Z</cp:lastPrinted>
  <dcterms:created xsi:type="dcterms:W3CDTF">2025-07-14T18:44:20Z</dcterms:created>
  <dcterms:modified xsi:type="dcterms:W3CDTF">2026-01-14T11:48:52Z</dcterms:modified>
</cp:coreProperties>
</file>