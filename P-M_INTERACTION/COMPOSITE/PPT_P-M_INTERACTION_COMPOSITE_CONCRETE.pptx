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81" r:id="rId3"/>
    <p:sldId id="313" r:id="rId4"/>
    <p:sldId id="304" r:id="rId5"/>
    <p:sldId id="312" r:id="rId6"/>
    <p:sldId id="314" r:id="rId7"/>
    <p:sldId id="315" r:id="rId8"/>
    <p:sldId id="31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69511-2709-E7A8-0E94-7B7E8BA28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7D762-DC49-2CDB-1E5E-51482A3E85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9B94A-2D9B-EC0B-0E67-60AA46EC2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45C6-EBBD-B162-7A5C-1392FA6EF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D595D-6113-9E8B-E375-518B03D48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0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C1C7-1C56-3A1A-B144-CB902609D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550C2-398E-7A8F-4C02-E2D50CC6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DC3B8-CF88-184A-8F38-CE7FE17C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2DE1F-115B-8810-F0E9-E49E76F3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18BB2-2809-BF14-46DE-7DF36686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88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D37D-DC98-95CE-4F36-2D2F5801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FC449-F7EE-7D59-2270-3BAFBBC2F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DB2A3-B124-7343-F734-E50A26D0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7FD5F-9FD9-398C-10F8-4F0062D55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E0B96-3984-A56F-EF8F-6283CC63C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75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A63B-90B6-1A99-2ECC-F1F074F37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1086B-1EE1-E48A-AE24-AB47AB9742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7747C-B621-B873-3660-96FAEBAA2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4FCA8-9B1F-6F3D-11F7-834CE567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CF894-9037-E47D-59E3-0934CDDE8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94A17-DB26-84D3-968A-CC4075BB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04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80A47-AEDF-2D0F-2B3C-BA2B422CE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66407-C3C7-9112-9B5C-F57C0C87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42E1D-87B8-76ED-22E9-555A7EBDA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BDD3D-4A4E-19C3-594A-3B933BD23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1A26CA-638D-427E-3679-32D052A39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0F57F6-76C3-545D-6227-9406DB4C1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575394-8AD0-9D87-81A6-85D090A22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61DF16-41E7-50F2-BC6E-C5F1AA63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46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927C-5B9F-138E-FFE7-A875A158B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BE1223-151A-C8F7-BDAD-1CDD2102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39E63-5375-5438-3CF2-626642731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F81D7-A9A2-EBC6-A707-DC1D0359D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109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C15A61-00A2-3A76-9254-F9E93F51E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C8F1B1-9DA7-0903-0912-8F6C099C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46A2-1BB8-AEEA-819A-031FA1BD2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32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0C65-5F66-CF2B-F64B-225BE40EC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5946C-C764-C2C6-9D27-CF42514E9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E9074-1A55-6A80-E114-A1C310C37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AF6DB8-3F49-13A6-1EED-DD55D841A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58FD5-47E1-17E8-A5A3-6EF4207D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7D12-9788-C4D9-8581-BB724740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726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D6A2-2876-E41B-5320-5E8234E35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F2F74C-9AEB-A52E-E714-EA2863154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1B7B06-68A5-3148-01DC-AECC33166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75EBC6-DD45-E2AF-FBD7-542D022EF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A001B-259C-7FDF-FBFC-D39685058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24054A-251D-3CB2-A03B-9292CBD2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40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B4D6D-B08F-1F2D-509E-FFCCF04C2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9F4AE-2145-0F44-717F-4D77BAE29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EE041-CB43-0051-23CC-2B28A5727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61443-6A6B-E748-A3B7-20C3FA0EC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D72BA-835A-30D1-8168-51566E0A6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42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C4E1B-39BF-E681-B5B8-88FBA902F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1B9254-4DBE-B052-3BB1-BFD7D117C1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6ED6C-685E-40E9-C987-B5609C002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36231-DFED-F5BB-258C-C357365BC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0AA09-8761-B20D-DA5B-0EC457EDC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98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36A390-FFC8-6C44-7D72-737136008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B7D72C-7C22-A27A-6FF2-52331BC87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8930C-C557-856A-9886-9BA69CA63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14A45-BCC6-4365-9763-560FDC98A6B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65D69-5195-25E1-1894-A02254A6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3361-A1DB-333C-7119-5D91C51424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2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3971-0865-A183-EEE6-3CEE771D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0D356-BC1A-B4B5-B807-DA0D6101C703}"/>
              </a:ext>
            </a:extLst>
          </p:cNvPr>
          <p:cNvSpPr txBox="1"/>
          <p:nvPr/>
        </p:nvSpPr>
        <p:spPr>
          <a:xfrm>
            <a:off x="0" y="258901"/>
            <a:ext cx="121920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  <a:endParaRPr lang="fa-IR" sz="1400" b="1" dirty="0">
              <a:solidFill>
                <a:schemeClr val="accent3"/>
              </a:solidFill>
            </a:endParaRPr>
          </a:p>
          <a:p>
            <a:pPr algn="ctr"/>
            <a:r>
              <a:rPr lang="en-US" sz="5500" b="1" dirty="0">
                <a:solidFill>
                  <a:schemeClr val="accent5"/>
                </a:solidFill>
              </a:rPr>
              <a:t>COMPARATIVE ANALYSIS OF AXIAL FORCE–MOMENT (P–M) INTERACTION IN CONFINED REINFORCED CONCRETE WITH PLATE COMPOSITE SECTIONS: EVALUATING STRAIN HARDENING AND ULTIMATE STRAIN CRITERIA USING OPENSEES</a:t>
            </a:r>
          </a:p>
          <a:p>
            <a:pPr algn="ctr"/>
            <a:r>
              <a:rPr lang="en-US" sz="1400" b="1" dirty="0">
                <a:solidFill>
                  <a:schemeClr val="accent3"/>
                </a:solidFill>
              </a:rPr>
              <a:t>WRITTEN BY SALAR DELAVAR GHASHGHAEI (QASHQAI)</a:t>
            </a:r>
            <a:r>
              <a:rPr lang="fa-IR" sz="1400" b="1" dirty="0">
                <a:solidFill>
                  <a:schemeClr val="accent3"/>
                </a:solidFill>
              </a:rPr>
              <a:t> </a:t>
            </a:r>
            <a:endParaRPr lang="en-US" sz="1400" b="1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34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FED33-3803-C554-8F8F-B0FC7B374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B6ABF6-4C8A-9B02-8D04-967C4AB73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70" y="0"/>
            <a:ext cx="578989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68769A-B510-51B8-82FA-EFDCE8B9C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719" y="0"/>
            <a:ext cx="72005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38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FDEBE-D87B-B41B-9433-16E6C3AAC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4EE727-7F82-7E6D-BFEF-C9410FB2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4786"/>
            <a:ext cx="9131769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875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93AB6-CC54-4757-4230-67268EB99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0E2062-9E63-2DDA-A830-8B9FE30D08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4786"/>
            <a:ext cx="9131769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971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6B446-0386-225F-7F41-E171BEA6B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A9962A-9A54-34F8-6EC0-945F3EEC2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093" y="234786"/>
            <a:ext cx="902381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1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9132-E525-3CC8-0782-05E782FC0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747379-E059-0460-2F60-9264F14C6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093" y="234786"/>
            <a:ext cx="902381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5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66045-6711-BFB4-C808-44FC6A37F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83F82D-8458-2FC9-740C-6813E9F55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068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64059-6B68-A48A-B565-A23DD16CE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FA266A-F9DF-7932-F9AC-F6D78C292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64" y="225260"/>
            <a:ext cx="9169871" cy="640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66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54</Words>
  <Application>Microsoft Office PowerPoint</Application>
  <PresentationFormat>Widescreen</PresentationFormat>
  <Paragraphs>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52</cp:revision>
  <cp:lastPrinted>2025-07-29T09:51:21Z</cp:lastPrinted>
  <dcterms:created xsi:type="dcterms:W3CDTF">2025-07-14T18:44:20Z</dcterms:created>
  <dcterms:modified xsi:type="dcterms:W3CDTF">2026-01-14T12:00:18Z</dcterms:modified>
</cp:coreProperties>
</file>