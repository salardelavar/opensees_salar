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76" r:id="rId5"/>
    <p:sldId id="275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2" r:id="rId15"/>
    <p:sldId id="273" r:id="rId16"/>
    <p:sldId id="266" r:id="rId17"/>
    <p:sldId id="274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7249-C21F-ABF6-24DF-13F052F64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DE4BA-14E4-EE29-6B59-9BA07DFD2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C37DF-7E58-2928-7616-8D0D0A291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659FA-096A-05E1-28E4-2731114F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3447B-E608-133F-37CD-6AD0648E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8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91814-F1D1-973A-C430-9FF6F03F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2BE4-70AF-B4D8-44F9-9631CDEBC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74CEA-8258-A5D3-3DCC-9884A4EF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44F04-D810-BAFE-2B0B-7B8F749D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66A79-B3F1-2252-BDFA-A01AA3508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62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6F70-BBF7-4078-643C-D52E6A80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5990F-75FD-F4D9-9159-DEFE1CC5A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F8E63-0AA5-88E4-16F7-4F8F384AE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FD5E9-268C-CDB9-61B7-69B05BEEF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DBCF8-EFE5-EB15-9C6C-B921DFBF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19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B6759-1489-423E-94F5-E95D77BD8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E35DA-7E10-4DC6-2180-610835206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1E4420-9A40-FA1B-E170-FEFBAA207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AD49B-0A0E-6FC2-3013-6454250E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C50FB-EDED-D6F0-42A6-2B08D5B5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0F4AC-1A0E-8204-6DC4-E5AA44A7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9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8127-BD12-D292-0DB1-6DEF1028F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1765A-D5DC-0F26-7CE3-1919E8CE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6D24-14B9-C1DC-0D6C-46D16D66B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D28838-F828-1A93-DD60-191A6BB43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642226-0689-0E07-EB8D-E94EBD414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53FA89-DE70-9BCC-DF7F-6EF0F07F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26F7C4-A2F4-FBBD-2F01-0C07F71C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5E31DA-7D4E-3B33-5FB8-464F26824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80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F6729-0729-5583-9243-FEDD3B7A8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A8965-B882-5576-F17B-C874D3C93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FE1BA-4D9A-9EC5-64CF-56D4B040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DA85E0-485D-2FA5-453D-1F5A4A85D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179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3FCD0-A17C-8448-CB35-78E5174F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59596-CF0E-8B33-971F-11A308B9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E6F69-1E0A-97C1-253F-212869AB2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44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D8F7-D07E-45D8-919F-BE8F8A5E4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B429-605D-E7B6-6A42-13147C136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16070-2B8F-7F68-F840-552B853A7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29328-CA07-E26E-A569-80558BED3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AA3D2-8F5A-6E27-46CA-F687C9FBE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4E1B2-E31C-2AA1-D2BB-34A96769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22C6-03BD-EACF-CF3C-9BE28F08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B74290-30C1-AA6B-1287-25D16E146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CA55B-F8CB-E5F5-E93E-4F3D949BF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F9779-A1C4-9CB9-7255-B26761F3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F76FB-4964-1380-A7F8-5D61D337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8CE98-E17E-42C7-B5EB-11715518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2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26545-3E1C-2ABC-E9B8-6598C0755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D9B06-1C8B-5EE5-D51D-B2DEE2636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2D5C2-00C2-9194-7B20-4C815A1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90C96-A148-A2FE-ECBA-8EC44A53F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D6F12-CBEF-19D3-82D1-714D04E6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2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CE4A3C-FD7D-DEC0-C16A-A1AEA24F2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684FC0-A3E3-6C7F-8B2B-E723A91CE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EC02D-721B-4D37-7BDB-C7A8CFC1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607F2-7F70-5B81-9489-F6EA05FC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4EE4F-F7D7-8EC4-7BF6-C0AF0447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6CEFC-EC56-221B-CCD6-509F5AD07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0DDC5-E991-BCC5-D1D6-0F99F86CD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8F27E-2D0A-8A74-F537-D40AC38C7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C96C5-488A-446A-85B0-EAEC60AF7AAA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C1AE4-1C51-527F-EC25-C0E4A034C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4CF6C-8B3C-BAFA-3470-88731B71B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F6F33-A7D8-4683-8932-D7A7AE77EE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05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CFE584-956F-C1BB-FFBC-38EF2A746685}"/>
              </a:ext>
            </a:extLst>
          </p:cNvPr>
          <p:cNvSpPr txBox="1"/>
          <p:nvPr/>
        </p:nvSpPr>
        <p:spPr>
          <a:xfrm>
            <a:off x="402431" y="366623"/>
            <a:ext cx="1138713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&gt;&gt; IN THE NAME OF ALLAH &lt;&lt; </a:t>
            </a:r>
            <a:endParaRPr lang="fa-IR" sz="1600" b="1" dirty="0">
              <a:solidFill>
                <a:srgbClr val="FF0000"/>
              </a:solidFill>
            </a:endParaRPr>
          </a:p>
          <a:p>
            <a:pPr algn="ctr"/>
            <a:r>
              <a:rPr lang="en-US" sz="7200" b="1" dirty="0">
                <a:solidFill>
                  <a:schemeClr val="accent3"/>
                </a:solidFill>
              </a:rPr>
              <a:t>CREEP AND SHRINKAGE ANALYSIS OF CONCRETE FRAME AND EVALUATION STRUCURAL PERIOD USING OPENSEES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20715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5A8C1-7807-E535-0623-378D5F67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C41B8-86B1-6F0B-EB63-54518A6C7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166"/>
            <a:ext cx="12192000" cy="605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47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8133-7507-8AB2-3512-F9508EEE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DFE62-124F-F1B6-5ABC-2561798FE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1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6DDD-D9C2-8CDF-8132-9AD14A77F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94A1AC-B3E7-0926-FEDE-E19023B02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975"/>
            <a:ext cx="12192000" cy="662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4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D39C-6E6C-0E67-7BCC-B6024E0B5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C22CAE-5D5C-21AD-9D80-B726B7A43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78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57910-70D3-5143-8735-2CDCE4DC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84D32B-E463-5232-CEEF-E1B30DDF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0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4B08B-CC45-1A8D-F100-9B5875B1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9C2382-E969-4008-2A82-703DDB450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16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E8EF-BB5B-E409-5466-C20E18F0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32ACED-BB94-37AF-E3BF-7A483BD76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24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C6B7F-B3B8-7848-6A50-0E6FD5A5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30BB06-4CE6-03C6-EE87-D83614B74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69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E3A0-C24F-8D48-CFE9-A44B27BE1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15B273-6858-0050-3559-0B9209516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88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4037A-A981-A9A6-86E4-33C41B5F4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0A171C-135F-0A9C-01A6-7DDA4D58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11" y="225260"/>
            <a:ext cx="9284177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1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0AA58-7C22-4486-A07E-11D1F70EA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3DAA4D-AA4E-A050-22A1-356BB09D6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350" y="225260"/>
            <a:ext cx="9703299" cy="640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620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107D-1EE2-691F-1F22-90462389B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C0EC03-955B-E7C1-4CD7-B736A972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04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878C7-23FD-65C2-5636-87EA2505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E95A28-D1D3-B1A3-29E7-7EE8E596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33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95507-A2AC-B24B-95F4-CB127AEF6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6675A-6AF1-AD70-B5E7-9CF91D8F6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649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72CD-C84B-FA71-0330-B4B09AAE9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2D76B9-6A1E-5D54-354C-D6EA077C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809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04A1C-FDA1-FDDD-8A49-E2C99A34B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989598-2138-724F-77BA-2A3F7849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19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F41C0-AEE2-1156-DCAA-B49718E6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65FF8B-E7AD-4F88-1E95-BABD6B611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45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73E0E-0273-A4C2-A02B-5EA6CC99B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D5D750-DFFE-F0DF-2511-F52C62EBE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7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</Words>
  <Application>Microsoft Office PowerPoint</Application>
  <PresentationFormat>Widescreen</PresentationFormat>
  <Paragraphs>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</cp:revision>
  <cp:lastPrinted>2026-01-05T03:30:50Z</cp:lastPrinted>
  <dcterms:created xsi:type="dcterms:W3CDTF">2025-07-03T13:55:57Z</dcterms:created>
  <dcterms:modified xsi:type="dcterms:W3CDTF">2026-01-05T03:32:13Z</dcterms:modified>
</cp:coreProperties>
</file>