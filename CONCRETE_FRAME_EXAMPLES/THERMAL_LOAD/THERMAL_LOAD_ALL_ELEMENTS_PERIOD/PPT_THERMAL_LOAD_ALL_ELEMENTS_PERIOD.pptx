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56" r:id="rId3"/>
    <p:sldId id="281" r:id="rId4"/>
    <p:sldId id="257" r:id="rId5"/>
    <p:sldId id="295" r:id="rId6"/>
    <p:sldId id="282" r:id="rId7"/>
    <p:sldId id="296" r:id="rId8"/>
    <p:sldId id="283" r:id="rId9"/>
    <p:sldId id="285" r:id="rId10"/>
    <p:sldId id="284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69511-2709-E7A8-0E94-7B7E8BA286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7D762-DC49-2CDB-1E5E-51482A3E85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9B94A-2D9B-EC0B-0E67-60AA46EC2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45C6-EBBD-B162-7A5C-1392FA6EF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D595D-6113-9E8B-E375-518B03D48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0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C1C7-1C56-3A1A-B144-CB902609D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550C2-398E-7A8F-4C02-E2D50CC6F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DC3B8-CF88-184A-8F38-CE7FE17CC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2DE1F-115B-8810-F0E9-E49E76F3A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18BB2-2809-BF14-46DE-7DF36686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88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4D37D-DC98-95CE-4F36-2D2F5801A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3FC449-F7EE-7D59-2270-3BAFBBC2FD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DB2A3-B124-7343-F734-E50A26D0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7FD5F-9FD9-398C-10F8-4F0062D55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E0B96-3984-A56F-EF8F-6283CC63C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75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A63B-90B6-1A99-2ECC-F1F074F37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1086B-1EE1-E48A-AE24-AB47AB9742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7747C-B621-B873-3660-96FAEBAA2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4FCA8-9B1F-6F3D-11F7-834CE5675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CF894-9037-E47D-59E3-0934CDDE8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94A17-DB26-84D3-968A-CC4075BB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041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80A47-AEDF-2D0F-2B3C-BA2B422CE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166407-C3C7-9112-9B5C-F57C0C87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42E1D-87B8-76ED-22E9-555A7EBDA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BDD3D-4A4E-19C3-594A-3B933BD23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1A26CA-638D-427E-3679-32D052A39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0F57F6-76C3-545D-6227-9406DB4C1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575394-8AD0-9D87-81A6-85D090A22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61DF16-41E7-50F2-BC6E-C5F1AA63E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46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4927C-5B9F-138E-FFE7-A875A158B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BE1223-151A-C8F7-BDAD-1CDD2102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539E63-5375-5438-3CF2-626642731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F81D7-A9A2-EBC6-A707-DC1D0359D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109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C15A61-00A2-3A76-9254-F9E93F51E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C8F1B1-9DA7-0903-0912-8F6C099C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4B46A2-1BB8-AEEA-819A-031FA1BD2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32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0C65-5F66-CF2B-F64B-225BE40EC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5946C-C764-C2C6-9D27-CF42514E9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BE9074-1A55-6A80-E114-A1C310C37D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AF6DB8-3F49-13A6-1EED-DD55D841A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158FD5-47E1-17E8-A5A3-6EF4207D2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2E7D12-9788-C4D9-8581-BB724740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726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FD6A2-2876-E41B-5320-5E8234E35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F2F74C-9AEB-A52E-E714-EA28631543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1B7B06-68A5-3148-01DC-AECC331660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75EBC6-DD45-E2AF-FBD7-542D022EF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7A001B-259C-7FDF-FBFC-D39685058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24054A-251D-3CB2-A03B-9292CBD2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40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B4D6D-B08F-1F2D-509E-FFCCF04C2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99F4AE-2145-0F44-717F-4D77BAE29D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EE041-CB43-0051-23CC-2B28A5727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61443-6A6B-E748-A3B7-20C3FA0EC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D72BA-835A-30D1-8168-51566E0A6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342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2C4E1B-39BF-E681-B5B8-88FBA902FA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1B9254-4DBE-B052-3BB1-BFD7D117C1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6ED6C-685E-40E9-C987-B5609C002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636231-DFED-F5BB-258C-C357365BC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0AA09-8761-B20D-DA5B-0EC457EDC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498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36A390-FFC8-6C44-7D72-737136008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B7D72C-7C22-A27A-6FF2-52331BC870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8930C-C557-856A-9886-9BA69CA63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C14A45-BCC6-4365-9763-560FDC98A6B7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765D69-5195-25E1-1894-A02254A68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3361-A1DB-333C-7119-5D91C51424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E39042-C9B8-4D71-B328-0CAA7806BA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20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3971-0865-A183-EEE6-3CEE771D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0D356-BC1A-B4B5-B807-DA0D6101C703}"/>
              </a:ext>
            </a:extLst>
          </p:cNvPr>
          <p:cNvSpPr txBox="1"/>
          <p:nvPr/>
        </p:nvSpPr>
        <p:spPr>
          <a:xfrm>
            <a:off x="0" y="212735"/>
            <a:ext cx="12192000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3"/>
                </a:solidFill>
              </a:rPr>
              <a:t>IN THE NAME OF ALLAH, THE MOST GRACIOUS, THE MOST MERCIFUL</a:t>
            </a:r>
            <a:endParaRPr lang="fa-IR" sz="1400" b="1" dirty="0">
              <a:solidFill>
                <a:schemeClr val="accent3"/>
              </a:solidFill>
            </a:endParaRPr>
          </a:p>
          <a:p>
            <a:pPr algn="ctr"/>
            <a:r>
              <a:rPr lang="en-US" sz="6400" b="1" dirty="0">
                <a:solidFill>
                  <a:schemeClr val="accent5"/>
                </a:solidFill>
              </a:rPr>
              <a:t>THERMAL ANALYSIS OF CONCRETE FRAME USING OPENSEES. EVALUATION OF THE STRUCTURAL PERIOD DURING THERMAL LOAD APPLIED TO ALL ELEMENTS</a:t>
            </a:r>
          </a:p>
          <a:p>
            <a:pPr algn="ctr"/>
            <a:r>
              <a:rPr lang="en-US" sz="1400" b="1" dirty="0">
                <a:solidFill>
                  <a:schemeClr val="accent3"/>
                </a:solidFill>
              </a:rPr>
              <a:t>WRITTEN BY SALAR DELAVAR GHASHGHAEI (QASHQAI)</a:t>
            </a:r>
            <a:r>
              <a:rPr lang="fa-IR" sz="1400" b="1" dirty="0">
                <a:solidFill>
                  <a:schemeClr val="accent3"/>
                </a:solidFill>
              </a:rPr>
              <a:t> </a:t>
            </a:r>
            <a:endParaRPr lang="en-US" sz="1400" b="1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34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AE7FE14-FE17-D28D-22BE-BBAFB3F76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473" y="0"/>
            <a:ext cx="103070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797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FED33-3803-C554-8F8F-B0FC7B374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B1F7D5-103B-80F2-89E7-029A956F1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119" y="0"/>
            <a:ext cx="84097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384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18A2-15C6-695D-CB9B-794A823D7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1D429C-4382-BB45-9DA8-CC77B414F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019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6731E-8B2A-5B05-BD4A-F0B9D618C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063116-3ECF-1805-6A55-4496E7B8C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141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C8863-5BE3-F588-0C4E-5D265F4DD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6167C5-394D-348B-493F-97F2D58F4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4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2A75F-DEFF-7E82-12B8-74051CB5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AEBE45-EE9F-F8D6-C25B-23F2153EC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571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D9D0-074B-3F29-C33A-6A8C010CB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E2EBE9-7372-7555-48E8-3A6A25D0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4077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A4294-13D8-349C-E464-012874563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4CA32A-2BE0-828B-F38B-4B2C1A22D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593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DFF58-3958-3B7B-3498-A81449966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FBD167-CA0E-CACC-2B44-E5946F6DE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437" y="234786"/>
            <a:ext cx="926512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571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06270-6B57-9CCB-076E-286BEFE0D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D8ABAB-8CB5-9CE0-4EC7-A87A0985E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4786"/>
            <a:ext cx="9131769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647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08F61-FD0B-65A8-593A-58206E680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8AB8E9-08DB-E65C-3F9C-2DB56541C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86" y="225260"/>
            <a:ext cx="9303228" cy="640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583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D57BB-EEE1-C924-07CD-A3C76A34C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747952-B8C6-165E-5F82-5FFE26408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09" y="225260"/>
            <a:ext cx="9385782" cy="6407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814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F09A-FD13-232F-B3BC-A3D8774E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444EC0-9B23-3685-2158-1BE7F78598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262" y="234786"/>
            <a:ext cx="9271476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147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93132-B03D-67CD-2EC2-B5F60072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560068-E6F3-A939-31B7-A820A053C4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83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C69BD-E421-A9D7-E72A-8861EC8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55D138-1AA6-4C77-53AD-676982748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115" y="231610"/>
            <a:ext cx="9131769" cy="639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85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C8573-B6E4-FA98-DB9D-F251538F9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C71F9F-9A3F-C56B-0B6E-46599492B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838" y="234786"/>
            <a:ext cx="921432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5915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0C22-C1B4-1BC9-76AC-9327B540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78D86F-7C45-148A-FD80-8934AB863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726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F080A-8ED4-3068-5164-CACEFBDA2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411619-70B4-0388-7110-6574390B7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933" y="234786"/>
            <a:ext cx="9392133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4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41</Words>
  <Application>Microsoft Office PowerPoint</Application>
  <PresentationFormat>Widescreen</PresentationFormat>
  <Paragraphs>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28</cp:revision>
  <dcterms:created xsi:type="dcterms:W3CDTF">2025-07-14T18:44:20Z</dcterms:created>
  <dcterms:modified xsi:type="dcterms:W3CDTF">2026-01-02T17:22:07Z</dcterms:modified>
</cp:coreProperties>
</file>