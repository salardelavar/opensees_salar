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2" r:id="rId2"/>
    <p:sldId id="256" r:id="rId3"/>
    <p:sldId id="281" r:id="rId4"/>
    <p:sldId id="257" r:id="rId5"/>
    <p:sldId id="295" r:id="rId6"/>
    <p:sldId id="282" r:id="rId7"/>
    <p:sldId id="296" r:id="rId8"/>
    <p:sldId id="283" r:id="rId9"/>
    <p:sldId id="285" r:id="rId10"/>
    <p:sldId id="284" r:id="rId11"/>
    <p:sldId id="286" r:id="rId12"/>
    <p:sldId id="287" r:id="rId13"/>
    <p:sldId id="288" r:id="rId14"/>
    <p:sldId id="289" r:id="rId15"/>
    <p:sldId id="290" r:id="rId16"/>
    <p:sldId id="291" r:id="rId17"/>
    <p:sldId id="292" r:id="rId18"/>
    <p:sldId id="293" r:id="rId19"/>
    <p:sldId id="294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7" d="100"/>
          <a:sy n="67" d="100"/>
        </p:scale>
        <p:origin x="83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D69511-2709-E7A8-0E94-7B7E8BA286C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047D762-DC49-2CDB-1E5E-51482A3E850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59B94A-2D9B-EC0B-0E67-60AA46EC2A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C14A45-BCC6-4365-9763-560FDC98A6B7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E145C6-EBBD-B162-7A5C-1392FA6EF5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ED595D-6113-9E8B-E375-518B03D480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E39042-C9B8-4D71-B328-0CAA7806BA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6704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B8C1C7-1C56-3A1A-B144-CB902609D4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9550C2-398E-7A8F-4C02-E2D50CC6F8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0DC3B8-CF88-184A-8F38-CE7FE17CC0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C14A45-BCC6-4365-9763-560FDC98A6B7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C2DE1F-115B-8810-F0E9-E49E76F3AC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318BB2-2809-BF14-46DE-7DF366865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E39042-C9B8-4D71-B328-0CAA7806BA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61886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34D37D-DC98-95CE-4F36-2D2F5801A5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3FC449-F7EE-7D59-2270-3BAFBBC2FD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BDB2A3-B124-7343-F734-E50A26D04A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C14A45-BCC6-4365-9763-560FDC98A6B7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37FD5F-9FD9-398C-10F8-4F0062D55D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BE0B96-3984-A56F-EF8F-6283CC63C3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E39042-C9B8-4D71-B328-0CAA7806BA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00754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5FA63B-90B6-1A99-2ECC-F1F074F379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41086B-1EE1-E48A-AE24-AB47AB9742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107747C-B621-B873-3660-96FAEBAA2A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A4FCA8-9B1F-6F3D-11F7-834CE56756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C14A45-BCC6-4365-9763-560FDC98A6B7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CCF894-9037-E47D-59E3-0934CDDE85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F94A17-DB26-84D3-968A-CC4075BB6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E39042-C9B8-4D71-B328-0CAA7806BA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90417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80A47-AEDF-2D0F-2B3C-BA2B422CEB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166407-C3C7-9112-9B5C-F57C0C8706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8642E1D-87B8-76ED-22E9-555A7EBDA0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23BDD3D-4A4E-19C3-594A-3B933BD23B5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91A26CA-638D-427E-3679-32D052A3902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90F57F6-76C3-545D-6227-9406DB4C1C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C14A45-BCC6-4365-9763-560FDC98A6B7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8575394-8AD0-9D87-81A6-85D090A22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D61DF16-41E7-50F2-BC6E-C5F1AA63E8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E39042-C9B8-4D71-B328-0CAA7806BA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13463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34927C-5B9F-138E-FFE7-A875A158B7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BE1223-151A-C8F7-BDAD-1CDD2102A5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C14A45-BCC6-4365-9763-560FDC98A6B7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C539E63-5375-5438-3CF2-6266427312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DFF81D7-A9A2-EBC6-A707-DC1D0359D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E39042-C9B8-4D71-B328-0CAA7806BA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81099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2C15A61-00A2-3A76-9254-F9E93F51E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C14A45-BCC6-4365-9763-560FDC98A6B7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1C8F1B1-9DA7-0903-0912-8F6C099CCA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4B46A2-1BB8-AEEA-819A-031FA1BD2C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E39042-C9B8-4D71-B328-0CAA7806BA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10325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BB0C65-5F66-CF2B-F64B-225BE40ECB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D5946C-C764-C2C6-9D27-CF42514E9C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6BE9074-1A55-6A80-E114-A1C310C37D8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AF6DB8-3F49-13A6-1EED-DD55D841A3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C14A45-BCC6-4365-9763-560FDC98A6B7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A158FD5-47E1-17E8-A5A3-6EF4207D21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2E7D12-9788-C4D9-8581-BB724740DF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E39042-C9B8-4D71-B328-0CAA7806BA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2726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0FD6A2-2876-E41B-5320-5E8234E35D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1F2F74C-9AEB-A52E-E714-EA286315436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1B7B06-68A5-3148-01DC-AECC331660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C75EBC6-DD45-E2AF-FBD7-542D022EF7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C14A45-BCC6-4365-9763-560FDC98A6B7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7A001B-259C-7FDF-FBFC-D39685058C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F24054A-251D-3CB2-A03B-9292CBD206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E39042-C9B8-4D71-B328-0CAA7806BA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04011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9B4D6D-B08F-1F2D-509E-FFCCF04C2B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799F4AE-2145-0F44-717F-4D77BAE29D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7EE041-CB43-0051-23CC-2B28A57271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C14A45-BCC6-4365-9763-560FDC98A6B7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C61443-6A6B-E748-A3B7-20C3FA0ECD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4D72BA-835A-30D1-8168-51566E0A63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E39042-C9B8-4D71-B328-0CAA7806BA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33427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32C4E1B-39BF-E681-B5B8-88FBA902FAD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E1B9254-4DBE-B052-3BB1-BFD7D117C1B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26ED6C-685E-40E9-C987-B5609C0022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C14A45-BCC6-4365-9763-560FDC98A6B7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636231-DFED-F5BB-258C-C357365BC6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50AA09-8761-B20D-DA5B-0EC457EDC4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E39042-C9B8-4D71-B328-0CAA7806BA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24984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D36A390-FFC8-6C44-7D72-737136008F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B7D72C-7C22-A27A-6FF2-52331BC870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48930C-C557-856A-9886-9BA69CA630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1C14A45-BCC6-4365-9763-560FDC98A6B7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765D69-5195-25E1-1894-A02254A682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193361-A1DB-333C-7119-5D91C51424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4E39042-C9B8-4D71-B328-0CAA7806BA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26202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63971-0865-A183-EEE6-3CEE771D2B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A50D356-BC1A-B4B5-B807-DA0D6101C703}"/>
              </a:ext>
            </a:extLst>
          </p:cNvPr>
          <p:cNvSpPr txBox="1"/>
          <p:nvPr/>
        </p:nvSpPr>
        <p:spPr>
          <a:xfrm>
            <a:off x="0" y="212735"/>
            <a:ext cx="12192000" cy="64325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schemeClr val="accent3"/>
                </a:solidFill>
              </a:rPr>
              <a:t>IN THE NAME OF ALLAH, THE MOST GRACIOUS, THE MOST MERCIFUL</a:t>
            </a:r>
            <a:endParaRPr lang="fa-IR" sz="1400" b="1" dirty="0">
              <a:solidFill>
                <a:schemeClr val="accent3"/>
              </a:solidFill>
            </a:endParaRPr>
          </a:p>
          <a:p>
            <a:pPr algn="ctr"/>
            <a:r>
              <a:rPr lang="en-US" sz="6400" b="1" dirty="0">
                <a:solidFill>
                  <a:schemeClr val="accent5"/>
                </a:solidFill>
              </a:rPr>
              <a:t>THERMAL ANALYSIS OF CONCRETE FRAME USING OPENSEES. EVALUATION OF THE STRUCTURAL PERIOD DURING THERMAL LOAD APPLIED TO ALL ELEMENTS</a:t>
            </a:r>
          </a:p>
          <a:p>
            <a:pPr algn="ctr"/>
            <a:r>
              <a:rPr lang="en-US" sz="1400" b="1" dirty="0">
                <a:solidFill>
                  <a:schemeClr val="accent3"/>
                </a:solidFill>
              </a:rPr>
              <a:t>WRITTEN BY SALAR DELAVAR GHASHGHAEI (QASHQAI)</a:t>
            </a:r>
            <a:r>
              <a:rPr lang="fa-IR" sz="1400" b="1" dirty="0">
                <a:solidFill>
                  <a:schemeClr val="accent3"/>
                </a:solidFill>
              </a:rPr>
              <a:t> </a:t>
            </a:r>
            <a:endParaRPr lang="en-US" sz="1400" b="1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036345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AE7FE14-FE17-D28D-22BE-BBAFB3F767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2473" y="0"/>
            <a:ext cx="1030705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67975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8FED33-3803-C554-8F8F-B0FC7B3744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9B1F7D5-103B-80F2-89E7-029A956F17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1119" y="0"/>
            <a:ext cx="840976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53840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6318A2-15C6-695D-CB9B-794A823D72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91D429C-4382-BB45-9DA8-CC77B414F0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0667"/>
            <a:ext cx="12192000" cy="65566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80193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86731E-8B2A-5B05-BD4A-F0B9D618CA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6063116-3ECF-1805-6A55-4496E7B8C5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5562" y="0"/>
            <a:ext cx="852087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71414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5C8863-5BE3-F588-0C4E-5D265F4DDB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F6EA6E8-E500-3CF1-58D0-BA22D23BE4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7707" y="233165"/>
            <a:ext cx="9116586" cy="63916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81546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72A75F-DEFF-7E82-12B8-74051CB5C3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208DF34-8108-F331-CA13-9FF561B8C0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7707" y="233165"/>
            <a:ext cx="9116586" cy="63916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25711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D3D9D0-074B-3F29-C33A-6A8C010CB4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7E2EBE9-7372-7555-48E8-3A6A25D004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437" y="234786"/>
            <a:ext cx="9265126" cy="6388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94077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1A4294-13D8-349C-E464-012874563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B4CA32A-2BE0-828B-F38B-4B2C1A22D0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8510" y="234786"/>
            <a:ext cx="9334980" cy="6388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95934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7DFF58-3958-3B7B-3498-A81449966A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7FBD167-CA0E-CACC-2B44-E5946F6DE1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437" y="234786"/>
            <a:ext cx="9265126" cy="6388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35719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C06270-6B57-9CCB-076E-286BEFE0D8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BD8ABAB-8CB5-9CE0-4EC7-A87A0985E3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0115" y="234786"/>
            <a:ext cx="9131769" cy="6388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16479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008F61-FD0B-65A8-593A-58206E680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28AB8E9-08DB-E65C-3F9C-2DB56541C8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4386" y="225260"/>
            <a:ext cx="9303228" cy="6407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25837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5D57BB-EEE1-C924-07CD-A3C76A34CA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1747952-B8C6-165E-5F82-5FFE26408A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3109" y="225260"/>
            <a:ext cx="9385782" cy="6407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48149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5AF09A-FD13-232F-B3BC-A3D8774EED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0444EC0-9B23-3685-2158-1BE7F78598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0262" y="234786"/>
            <a:ext cx="9271476" cy="6388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414763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A93132-B03D-67CD-2EC2-B5F60072D2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0560068-E6F3-A939-31B7-A820A053C4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8510" y="234786"/>
            <a:ext cx="9334980" cy="6388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98346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2C69BD-E421-A9D7-E72A-8861EC833E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855D138-1AA6-4C77-53AD-6769827489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0115" y="231610"/>
            <a:ext cx="9131769" cy="6394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58579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3C8573-B6E4-FA98-DB9D-F251538F9F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1C71F9F-9A3F-C56B-0B6E-46599492B7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8838" y="234786"/>
            <a:ext cx="9214324" cy="6388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591549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C20C22-C1B4-1BC9-76AC-9327B540B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578D86F-7C45-148A-FD80-8934AB863F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2816" y="234786"/>
            <a:ext cx="9106368" cy="6388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872691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FF080A-8ED4-3068-5164-CACEFBDA25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C411619-70B4-0388-7110-6574390B72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9933" y="234786"/>
            <a:ext cx="9392133" cy="6388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27499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79</TotalTime>
  <Words>41</Words>
  <Application>Microsoft Office PowerPoint</Application>
  <PresentationFormat>Widescreen</PresentationFormat>
  <Paragraphs>3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salar dq</dc:creator>
  <cp:lastModifiedBy>salar dq</cp:lastModifiedBy>
  <cp:revision>32</cp:revision>
  <dcterms:created xsi:type="dcterms:W3CDTF">2025-07-14T18:44:20Z</dcterms:created>
  <dcterms:modified xsi:type="dcterms:W3CDTF">2026-01-08T05:17:36Z</dcterms:modified>
</cp:coreProperties>
</file>