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81" r:id="rId4"/>
    <p:sldId id="257" r:id="rId5"/>
    <p:sldId id="295" r:id="rId6"/>
    <p:sldId id="282" r:id="rId7"/>
    <p:sldId id="296" r:id="rId8"/>
    <p:sldId id="283" r:id="rId9"/>
    <p:sldId id="285" r:id="rId10"/>
    <p:sldId id="284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0" y="212735"/>
            <a:ext cx="12192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IN THE NAME OF ALLAH, THE MOST GRACIOUS, THE MOST MERCIFUL</a:t>
            </a:r>
            <a:endParaRPr lang="fa-IR" sz="1400" b="1" dirty="0">
              <a:solidFill>
                <a:schemeClr val="accent3"/>
              </a:solidFill>
            </a:endParaRPr>
          </a:p>
          <a:p>
            <a:pPr algn="ctr"/>
            <a:r>
              <a:rPr lang="en-US" sz="6400" b="1" dirty="0">
                <a:solidFill>
                  <a:schemeClr val="accent5"/>
                </a:solidFill>
              </a:rPr>
              <a:t>THERMAL ANALYSIS OF CONCRETE FRAME USING OPENSEES. EVALUATION OF THE STRUCTURAL PERIOD DURING THERMAL LOAD APPLIED TO ALL ELEMENTS</a:t>
            </a:r>
          </a:p>
          <a:p>
            <a:pPr algn="ctr"/>
            <a:r>
              <a:rPr lang="en-US" sz="1400" b="1" dirty="0">
                <a:solidFill>
                  <a:schemeClr val="accent3"/>
                </a:solidFill>
              </a:rPr>
              <a:t>WRITTEN BY SALAR DELAVAR GHASHGHAEI (QASHQAI)</a:t>
            </a:r>
            <a:r>
              <a:rPr lang="fa-IR" sz="1400" b="1" dirty="0">
                <a:solidFill>
                  <a:schemeClr val="accent3"/>
                </a:solidFill>
              </a:rPr>
              <a:t> </a:t>
            </a:r>
            <a:endParaRPr lang="en-US" sz="1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7FE14-FE17-D28D-22BE-BBAFB3F7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73" y="0"/>
            <a:ext cx="10307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9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B1F7D5-103B-80F2-89E7-029A956F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19" y="0"/>
            <a:ext cx="8409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8A2-15C6-695D-CB9B-794A823D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1D429C-4382-BB45-9DA8-CC77B414F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1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731E-8B2A-5B05-BD4A-F0B9D618C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63116-3ECF-1805-6A55-4496E7B8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4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8863-5BE3-F588-0C4E-5D265F4D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767A85-C8FB-2D8C-756E-6AC944B0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5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A75F-DEFF-7E82-12B8-74051CB5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2E761-3FE7-4A9E-CEF1-0B37FAA2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7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D9D0-074B-3F29-C33A-6A8C010C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2EBE9-7372-7555-48E8-3A6A25D0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0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A4294-13D8-349C-E464-01287456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4CA32A-2BE0-828B-F38B-4B2C1A22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9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FF58-3958-3B7B-3498-A8144996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BD167-CA0E-CACC-2B44-E5946F6D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71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6270-6B57-9CCB-076E-286BEFE0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D8ABAB-8CB5-9CE0-4EC7-A87A0985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47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08F61-FD0B-65A8-593A-58206E68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8AB8E9-08DB-E65C-3F9C-2DB56541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86" y="225260"/>
            <a:ext cx="9303228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8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57BB-EEE1-C924-07CD-A3C76A34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47952-B8C6-165E-5F82-5FFE2640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25260"/>
            <a:ext cx="9385782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1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F09A-FD13-232F-B3BC-A3D8774E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44EC0-9B23-3685-2158-1BE7F785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234786"/>
            <a:ext cx="927147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4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3132-B03D-67CD-2EC2-B5F60072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560068-E6F3-A939-31B7-A820A053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3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69BD-E421-A9D7-E72A-8861EC83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5D138-1AA6-4C77-53AD-67698274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1610"/>
            <a:ext cx="9131769" cy="639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5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C8573-B6E4-FA98-DB9D-F251538F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71F9F-9A3F-C56B-0B6E-46599492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15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0C22-C1B4-1BC9-76AC-9327B540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8D86F-7C45-148A-FD80-8934AB863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26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080A-8ED4-3068-5164-CACEFBDA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411619-70B4-0388-7110-6574390B7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33" y="234786"/>
            <a:ext cx="93921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4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</Words>
  <Application>Microsoft Office PowerPoint</Application>
  <PresentationFormat>Widescreen</PresentationFormat>
  <Paragraphs>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29</cp:revision>
  <dcterms:created xsi:type="dcterms:W3CDTF">2025-07-14T18:44:20Z</dcterms:created>
  <dcterms:modified xsi:type="dcterms:W3CDTF">2026-01-03T03:33:14Z</dcterms:modified>
</cp:coreProperties>
</file>