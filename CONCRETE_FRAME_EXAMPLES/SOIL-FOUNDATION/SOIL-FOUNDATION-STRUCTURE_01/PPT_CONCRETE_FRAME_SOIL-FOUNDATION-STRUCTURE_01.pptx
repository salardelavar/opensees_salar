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89" r:id="rId5"/>
    <p:sldId id="260" r:id="rId6"/>
    <p:sldId id="258" r:id="rId7"/>
    <p:sldId id="282" r:id="rId8"/>
    <p:sldId id="281" r:id="rId9"/>
    <p:sldId id="283" r:id="rId10"/>
    <p:sldId id="284" r:id="rId11"/>
    <p:sldId id="280" r:id="rId12"/>
    <p:sldId id="285" r:id="rId13"/>
    <p:sldId id="286" r:id="rId14"/>
    <p:sldId id="262" r:id="rId15"/>
    <p:sldId id="263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5" r:id="rId30"/>
    <p:sldId id="303" r:id="rId31"/>
    <p:sldId id="30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79BC7-D35A-2160-14BA-351A5824F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D26CD-BC64-D4E5-978E-126363AD7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C02A-808B-CBB9-D43E-F5490B72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77F9-0924-FA58-128A-373E1089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42DB5-D77F-4198-A5B6-46A144DC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7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F6424-D510-B59F-CA61-7A23AD7A1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F9802-2D36-A9E3-3520-FEFD0A52B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CE5A0-C9F0-ACC3-5368-FB2C6731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A0046-4CE6-3AC1-361A-BC720890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27802-ACAD-1F0E-4A4F-AD16A753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3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9390-701A-01CD-B0D5-BF0DE88B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A3B1C-41CF-63A3-465D-DE2EA2285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2728-7812-21E9-D88D-2804CB01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211FD-780A-CE11-2436-2EEC8CF0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E7641-3B85-0E3B-8E9C-BC29D070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9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078A8-390D-06F3-F204-7F365467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EA509-61F8-7814-5332-A4676512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79E3F-6A26-1F68-D9AF-5C7F885C6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4836F-ABF6-4CB2-9DDF-B9398E1B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B8D61-B054-E6CE-FDD7-3006FC54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E14F9-B50C-3BF8-1CC4-5F4AEA76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9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5512-0959-3099-9D0E-C3947983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DBE7B-F52B-FE0D-19AE-2CA4E2BE5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10F30-9A22-00C9-B6A2-0798D3053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58F4B-0218-DA90-275D-7429BFBCD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66EF5-6AD7-F2DF-B738-A9D180988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C9A00-1A98-18E5-EBBE-52ED20CE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01E40-6641-5823-4560-2A8DC3D0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B764F0-E01E-C0E0-74FB-FA8493B6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0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AF20-E857-71AE-0ED9-066F5DA6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8322F-D9AB-2055-4647-D386C648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5F744-B35C-76F1-E86C-A2C17826B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210CF-CBF7-5D55-20A4-6CFC780D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2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3C941-BAE8-11E1-F031-334A88A1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ADFE24-9694-A0C0-A1F8-C8F6D44B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1AAD1-467E-58A8-63B3-8D1E21E4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2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BBC0-434B-AF92-9145-CE354C0F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021BD-A96D-75C7-5229-C9F69F21A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C1155-DFA1-9712-FFFA-07E465F4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137A9-23C1-748F-E697-E34385D2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AF5E9-6707-BF39-3987-8890A57F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6248D-486A-A538-0635-3EFBFC48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2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CFF76-529F-CBE4-06FD-5B2C17F3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6BB55-091A-C690-324B-968755B6C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A7DB4-7FF3-C761-1121-9FA86C0FF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B748-EEA0-BC1E-70A7-91DC0CA5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0F478-0AFD-3F8A-732E-CE51CC59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6979D-6A46-AFCC-60F9-51AE40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8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F52B-D2EB-6F28-AFE7-36B478B6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2A753-A750-C945-076C-02ACCB8D9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FF1D7-0025-A5EB-D206-6829344E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B8F0B-6EB4-FB51-D5E4-709D7E26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8F28-34EC-2E24-B79E-3BCD4C14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0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63DBD-1E88-49F1-03CA-D1C353F0B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43F72-792F-67D0-9AC1-88DA21EDC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8275C-FD4E-0D53-6767-1D76092A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04294-647C-3E07-B2F7-C4D6E4ED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18579-97A6-B8F3-F1F4-4ED2B536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C0164-5824-C5C8-A50B-D2820889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4A10C-CA42-C504-41F6-98EB4D2C5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65DA4-48F8-CD60-92A9-7C5460328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C201-3A24-C4F2-3301-30882D515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79890-ABBF-6F62-9657-ADE8DBB38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1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09106-FF5E-9091-9BCF-4A192ACAD5CD}"/>
              </a:ext>
            </a:extLst>
          </p:cNvPr>
          <p:cNvSpPr txBox="1"/>
          <p:nvPr/>
        </p:nvSpPr>
        <p:spPr>
          <a:xfrm>
            <a:off x="0" y="181957"/>
            <a:ext cx="1219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800" b="1" dirty="0">
                <a:solidFill>
                  <a:schemeClr val="accent5"/>
                </a:solidFill>
              </a:rPr>
              <a:t>SOIL-FOUNDATION-STRUCTURE INTERACTION USING OPENSEES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SOIL-FOUNDATION INTERACTIONS SIMULATED WITH SIMPLE SPRINGS.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 SOIL SPRINGS VALUES ARE NOT EXACT.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</a:t>
            </a:r>
          </a:p>
        </p:txBody>
      </p:sp>
    </p:spTree>
    <p:extLst>
      <p:ext uri="{BB962C8B-B14F-4D97-AF65-F5344CB8AC3E}">
        <p14:creationId xmlns:p14="http://schemas.microsoft.com/office/powerpoint/2010/main" val="255996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4522-71E1-B7EA-1803-7D544562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858699-C999-8E6C-5F87-E3BD203DE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04" y="0"/>
            <a:ext cx="8406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3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F29C-F8EC-6341-7C73-D05EC0EF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1A3862-7746-1067-9AB6-0041E561A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83" y="0"/>
            <a:ext cx="10487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8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6877-1DC0-5939-E21E-EA6F75D19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147840-6D31-BD19-21A7-EEF054C5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047" y="502920"/>
            <a:ext cx="7229905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4E6E-91CB-EEFB-F382-61F10BCC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C29CD-0CA1-7CEA-B29D-0D2EA1E9B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6" y="843285"/>
            <a:ext cx="8466667" cy="5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3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35F5-C150-D462-5F98-A80171D8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57C43-8685-ED72-263A-E661CD49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7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F4A5-D7F8-4F3A-C3D4-0989AFCF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FDE54-1A30-3A31-75B4-1174BFBD626A}"/>
              </a:ext>
            </a:extLst>
          </p:cNvPr>
          <p:cNvSpPr txBox="1"/>
          <p:nvPr/>
        </p:nvSpPr>
        <p:spPr>
          <a:xfrm>
            <a:off x="173182" y="2576945"/>
            <a:ext cx="118456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5"/>
                </a:solidFill>
              </a:rPr>
              <a:t>NONLINEAR STATIC ANALYSIS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(PUSHOVER)</a:t>
            </a:r>
          </a:p>
        </p:txBody>
      </p:sp>
    </p:spTree>
    <p:extLst>
      <p:ext uri="{BB962C8B-B14F-4D97-AF65-F5344CB8AC3E}">
        <p14:creationId xmlns:p14="http://schemas.microsoft.com/office/powerpoint/2010/main" val="402512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B870-9349-5A7F-87BC-7CE7C026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9E962-CC6F-3D6F-8088-707C61B76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2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9192-625F-4D03-CBD9-9B82FD4F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E7851C-DE03-8367-C97A-503DAC39D7B5}"/>
              </a:ext>
            </a:extLst>
          </p:cNvPr>
          <p:cNvSpPr txBox="1"/>
          <p:nvPr/>
        </p:nvSpPr>
        <p:spPr>
          <a:xfrm>
            <a:off x="346365" y="2367171"/>
            <a:ext cx="118456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5"/>
                </a:solidFill>
              </a:rPr>
              <a:t>NONLINEAR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354549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CF98-F80B-FBE5-8850-C1BA01B8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1C9E70-23D7-477C-D92B-C57D7D91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91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A574-70BD-7F43-201D-B62F1902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148BB-B382-FC12-4E0D-DCA29056C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36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09A40-14D9-43EB-343C-D1001F81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F987BC-F2EE-4AA7-99D7-5B27053B6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9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7B11-1DD3-4502-82CA-8D99B0F1A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2E3E19-F3C3-29C9-62E2-BAD9E37B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40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329F-0799-4F87-3485-6F2DACA5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6895C-CDA5-D254-F886-B96F0D37B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69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ED53-3C9D-2EC6-7ED8-1688B4EA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C27F2-FE0B-3DD8-8230-010D7ADAC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43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3ABC-4D66-8022-FB4F-FE45BBD01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B717C9-5BF8-14BC-3991-C3F314063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13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8083-12D3-C168-6BF7-60C4A4AA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D0922-E5F6-14A1-6235-E483DC146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78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7CB3-9794-D7DF-179F-289CB0F3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6FA8E-2C34-B44D-0B48-CDCCBFA7C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85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AF67F-EFF2-A52F-4166-CF55F151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6C926-4BB3-E1A0-A5FB-2F60666BC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96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CAC41-F41A-3B84-9FE5-A1D8C7019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810577-7A67-F8EA-4D3E-804D57B80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87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FEE37-D2D5-CA31-6246-E356F4FD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6CBCD6-151B-E294-F04E-4B9DD418C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31" y="234786"/>
            <a:ext cx="949373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54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F883-AF54-09E4-ABDF-293522CD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D31851-9036-C126-AF30-3042D69EC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95" y="936497"/>
            <a:ext cx="700441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61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EB7F6-E607-AD51-E711-E59418FB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01D5E0-DE43-1F84-3A92-9FB3B8E0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508" y="936497"/>
            <a:ext cx="647098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6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497E-7DFA-2FF1-64FD-31C66743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A4E6-B80B-FFDD-120A-9A228A06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60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C6E7-9FBE-3109-49F0-2EC0724E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FEF5B-1588-BDF9-CC10-A3E51DFB9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36" y="936497"/>
            <a:ext cx="637572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26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AF1C-13A0-408E-AC85-B30B6F58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B2888E-4B04-9931-DD2C-0DD8DDC2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936497"/>
            <a:ext cx="662339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96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6725-4042-BADE-D1D5-5B633244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DE37E-FB86-C568-B25C-361967E8D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936497"/>
            <a:ext cx="662339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02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31C5-5E4D-F271-96DF-8AD86E35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14AFC8-4970-41D2-FE7B-39201482C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582" y="936497"/>
            <a:ext cx="654083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49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4231-6E71-75AB-9F1A-A483985B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D474F4-2EEC-F635-F1B6-1B10A318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04" y="228600"/>
            <a:ext cx="1074339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61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D64C-E27F-F377-F966-E22C3375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F7874-FF7B-9D48-7733-7F663FE9A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87A649-D43E-E3B6-EEB1-9B828ACF822E}"/>
              </a:ext>
            </a:extLst>
          </p:cNvPr>
          <p:cNvSpPr txBox="1"/>
          <p:nvPr/>
        </p:nvSpPr>
        <p:spPr>
          <a:xfrm>
            <a:off x="3114675" y="614363"/>
            <a:ext cx="73009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[5.00872349e+01 6.75315109e+04]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[1.63947529e+02 8.07560680e+04]]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1348.28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492.57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116.15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3.27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1.20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1.1958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3.2732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3.2732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3.9142</a:t>
            </a:r>
          </a:p>
          <a:p>
            <a:r>
              <a:rPr lang="en-US" b="1" dirty="0">
                <a:solidFill>
                  <a:srgbClr val="FF0000"/>
                </a:solidFill>
              </a:rPr>
              <a:t>Structural Ductility Damage Index in X Direction: 2.1662 [%]</a:t>
            </a:r>
          </a:p>
        </p:txBody>
      </p:sp>
    </p:spTree>
    <p:extLst>
      <p:ext uri="{BB962C8B-B14F-4D97-AF65-F5344CB8AC3E}">
        <p14:creationId xmlns:p14="http://schemas.microsoft.com/office/powerpoint/2010/main" val="2707169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F9776-8D75-55E3-2A68-CD3B6B30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616DD-186D-4202-6527-810450DBE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C00EA1-5898-32B8-836E-5ED0EEF912D4}"/>
              </a:ext>
            </a:extLst>
          </p:cNvPr>
          <p:cNvSpPr txBox="1"/>
          <p:nvPr/>
        </p:nvSpPr>
        <p:spPr>
          <a:xfrm>
            <a:off x="3114675" y="614363"/>
            <a:ext cx="73009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[4.54335712e-01 7.82383364e+04]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[4.10288891e+00 8.07560680e+04]]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172203.80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19682.73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690.06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9.03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1.03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1.0322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9.0305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9.0305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9.3211</a:t>
            </a:r>
          </a:p>
          <a:p>
            <a:r>
              <a:rPr lang="en-US" b="1" dirty="0">
                <a:solidFill>
                  <a:srgbClr val="FF0000"/>
                </a:solidFill>
              </a:rPr>
              <a:t>Structural Ductility Damage Index in Y Direction: 0.6399 [%]</a:t>
            </a:r>
          </a:p>
        </p:txBody>
      </p:sp>
    </p:spTree>
    <p:extLst>
      <p:ext uri="{BB962C8B-B14F-4D97-AF65-F5344CB8AC3E}">
        <p14:creationId xmlns:p14="http://schemas.microsoft.com/office/powerpoint/2010/main" val="351976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267</Words>
  <Application>Microsoft Office PowerPoint</Application>
  <PresentationFormat>Widescreen</PresentationFormat>
  <Paragraphs>48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48</cp:revision>
  <cp:lastPrinted>2026-04-05T16:52:50Z</cp:lastPrinted>
  <dcterms:created xsi:type="dcterms:W3CDTF">2025-07-10T10:39:20Z</dcterms:created>
  <dcterms:modified xsi:type="dcterms:W3CDTF">2026-04-05T16:54:18Z</dcterms:modified>
</cp:coreProperties>
</file>