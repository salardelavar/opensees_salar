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7" r:id="rId5"/>
    <p:sldId id="259" r:id="rId6"/>
    <p:sldId id="268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0"/>
            <a:ext cx="12192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600" b="1" dirty="0">
                <a:solidFill>
                  <a:schemeClr val="accent1"/>
                </a:solidFill>
              </a:rPr>
              <a:t>CONTACT-DRIVEN PUSHOVER ANALYSIS OF INELASTIC SDOF SYSTEMS: MONITORING PERIOD SHIFTS DURING SECONDARY SPRING ACTIVATION IN OPENSEES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5F836-E1FA-11ED-D6C8-465FB7BF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686" y="0"/>
            <a:ext cx="9336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ACAA11-178D-5C03-E320-D9C9C4A3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9" y="0"/>
            <a:ext cx="112100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0A49-87D9-6890-4A84-0131411B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5E0810-A98C-D801-33E3-7185A49AD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34" y="0"/>
            <a:ext cx="10185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5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D366F7-BEB7-9D52-1181-A78D3EC44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9841C8-1B48-A7A9-32B2-054D5C513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2816-1DD2-AB20-6556-4BA7EADB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9A43F5-F67A-3411-A693-10EB76558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333216"/>
            <a:ext cx="9430235" cy="61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8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28BD-EE4E-CCD4-AAAD-5E6717E3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68E64-7197-AF2E-BBB7-0221DD46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23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AFC2-D2D0-5788-1270-E370DCF4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B0612-557D-D76E-54D4-12DAEFE4B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38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1B1C-371D-BD18-49EE-09652077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B7962-D7BA-5970-57A5-704B8A81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4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40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41</cp:revision>
  <cp:lastPrinted>2026-01-07T04:59:11Z</cp:lastPrinted>
  <dcterms:created xsi:type="dcterms:W3CDTF">2025-07-19T22:10:00Z</dcterms:created>
  <dcterms:modified xsi:type="dcterms:W3CDTF">2026-01-07T04:59:37Z</dcterms:modified>
</cp:coreProperties>
</file>