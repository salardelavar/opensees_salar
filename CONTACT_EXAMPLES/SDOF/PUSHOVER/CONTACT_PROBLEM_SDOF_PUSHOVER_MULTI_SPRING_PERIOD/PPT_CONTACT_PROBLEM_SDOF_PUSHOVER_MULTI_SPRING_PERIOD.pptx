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22" r:id="rId4"/>
    <p:sldId id="259" r:id="rId5"/>
    <p:sldId id="258" r:id="rId6"/>
    <p:sldId id="320" r:id="rId7"/>
    <p:sldId id="261" r:id="rId8"/>
    <p:sldId id="260" r:id="rId9"/>
    <p:sldId id="318" r:id="rId10"/>
    <p:sldId id="319" r:id="rId11"/>
    <p:sldId id="317" r:id="rId12"/>
    <p:sldId id="32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89624"/>
            <a:ext cx="12192000" cy="66787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6600" b="1" dirty="0">
                <a:solidFill>
                  <a:schemeClr val="accent5"/>
                </a:solidFill>
              </a:rPr>
              <a:t>CONTACT-DRIVEN PUSHOVER ANALYSIS OF INELASTIC SDOF SYSTEMS: MONITORING PERIOD SHIFTS DURING SECONDARY SPRING ACTIVATION IN OPENSEES</a:t>
            </a:r>
            <a:endParaRPr lang="fa-IR" sz="6600" b="1" dirty="0">
              <a:solidFill>
                <a:schemeClr val="accent5"/>
              </a:solidFill>
            </a:endParaRPr>
          </a:p>
          <a:p>
            <a:pPr algn="ctr"/>
            <a:r>
              <a:rPr lang="en-US" sz="1600" b="1" dirty="0">
                <a:solidFill>
                  <a:schemeClr val="accent3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4A4336D-6F29-A8A1-9AFF-0194CD1F71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93" y="0"/>
            <a:ext cx="100348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36072-3EDD-BA78-CD8D-6BCC27911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D135FC0-1649-1E9C-5D2C-6EE184B05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52346"/>
            <a:ext cx="12192000" cy="3153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649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1AC9ED-C435-D540-47D4-AC957BA945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402"/>
            <a:ext cx="12192000" cy="6529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283E4B2F-2B1B-BA94-78B3-A21F35D3F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119" y="0"/>
            <a:ext cx="102417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93942-A27A-FAF7-81B1-1EA9A750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&#10;&#10;AI-generated content may be incorrect.">
            <a:extLst>
              <a:ext uri="{FF2B5EF4-FFF2-40B4-BE49-F238E27FC236}">
                <a16:creationId xmlns:a16="http://schemas.microsoft.com/office/drawing/2014/main" id="{6CBDE108-0BBE-7E33-54D0-088779B6C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511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5C90-67EB-63BD-EECA-89A2A5C49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501C54-22A5-02A6-CDB3-F3C58CEE6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16" y="234786"/>
            <a:ext cx="910636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742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19A2-06C7-15A5-4AD4-83251B66D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502461A-2A22-49D9-F759-3F90BC4B0F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16" y="234786"/>
            <a:ext cx="910636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087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38EF8-C679-4D20-0D37-2E5DB65F7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EEEB06-C3C4-7240-0DBD-8931E9715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0115" y="234786"/>
            <a:ext cx="9131769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8531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5AAAE-E9C9-4749-5E7E-73E4DE688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963532-504E-4C6C-8EFD-10377B954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905" y="234786"/>
            <a:ext cx="953819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592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75CD5-9DC2-B2CD-7EEA-69BF5C1A5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D7925E-D028-F28B-FBDC-79A7AF511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9888" y="936497"/>
            <a:ext cx="6312224" cy="49850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4E978E8-879A-1DAC-D859-A20BEE4BA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6521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A5385-9B1D-F5AB-6AC4-B6AE83BD5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05CD45-AE2F-B3AE-6ADA-B891528C14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668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1334</TotalTime>
  <Words>40</Words>
  <Application>Microsoft Office PowerPoint</Application>
  <PresentationFormat>Widescreen</PresentationFormat>
  <Paragraphs>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63</cp:revision>
  <cp:lastPrinted>2025-11-27T11:43:15Z</cp:lastPrinted>
  <dcterms:created xsi:type="dcterms:W3CDTF">2025-07-19T22:10:00Z</dcterms:created>
  <dcterms:modified xsi:type="dcterms:W3CDTF">2026-01-07T03:49:37Z</dcterms:modified>
</cp:coreProperties>
</file>