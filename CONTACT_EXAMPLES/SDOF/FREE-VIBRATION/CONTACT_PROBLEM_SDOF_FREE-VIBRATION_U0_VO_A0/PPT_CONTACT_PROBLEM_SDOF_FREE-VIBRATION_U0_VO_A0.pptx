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318" r:id="rId4"/>
    <p:sldId id="317" r:id="rId5"/>
    <p:sldId id="316" r:id="rId6"/>
    <p:sldId id="315" r:id="rId7"/>
    <p:sldId id="258" r:id="rId8"/>
    <p:sldId id="321" r:id="rId9"/>
    <p:sldId id="320" r:id="rId10"/>
    <p:sldId id="319" r:id="rId11"/>
    <p:sldId id="260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8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92245-1276-2F9E-D5B0-858A91816B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13E768-FFE3-7815-78D5-91112BB1C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A52766-3E21-CB4A-82C0-46288AEC9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8DB7A-10EE-3704-B39C-032E9D3BB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E80BD-6007-1289-B37F-A3B86E5A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928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FEE2-115A-A17E-63AD-EFD34DA98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AA150-0100-3322-EFBC-8F7B5070F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28C0-0033-802C-E79A-7CD6CD0D3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AA8EB8-26C7-9467-044A-CF1E93815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633F3-E6C8-3F6D-1147-29FF1F871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66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8B423-DAF8-0E0F-6C0E-546719128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4F5A3-39F5-FE10-BCBD-C93CF8FD6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3D4A-6F8E-6A62-F4E8-B378EEA7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F05A8-C580-405C-D60E-84001B268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CABA7-CC78-7F02-3408-DB85F62C3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434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41B7-39C8-823B-CC59-35153E825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0C828-0508-4355-5B68-4317D71ED9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7D2EEB-B816-3A5B-19C1-C0A4D3F57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4C860E-1A81-1092-C9B5-8146CB332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F5232A-29A2-3DAC-A37D-77AB957BF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BE3C4A-2511-851F-7953-1E61C4A0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03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A5D00-0737-CE4A-B8A5-0783B1E36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921C7-D02F-70CD-8FDC-2822B75DF5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CBED4B-4097-9EA8-D1BA-E0B9658524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B402CB-474E-B23A-B7E7-3C4D4D086E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28195B-E362-8663-33C6-56FE6C3521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95DA75-710F-65B2-961E-30840DF9A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6A42F6-5E2F-5825-1C6B-5BE004698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79B0B2-2C67-56A7-193B-69765CCE9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230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B8F7B-80F7-19C6-B80C-0C0CF3F3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E8FD69-092D-6BDA-D9AF-22CF64AB8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6BE809-34ED-B5F0-8846-FE910F545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A6C6A0-3AE3-102B-A313-9C4E69C47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409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5B8BF-5605-410F-B44F-6B871103D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F9717B-7E28-E366-687F-A197A2EC4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6F4F25-65E4-3A6D-97E2-32EF39680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658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9FE1C-859D-2857-DDB1-064759511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8714A-2C98-5B95-9336-9EA5B796B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4214F3-EC79-61BC-7D9C-4F194A79F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31B14-F832-5CB9-9887-5C5FB28CC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1EE5BD-507A-353E-52F9-A753D1CE4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55F285-7269-ED7F-7469-E912875D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973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BAEE1-44BC-0EC7-C1EB-6C4110C7D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AD776E-5982-147A-117C-B50DC019E6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86F07E-BAB3-1705-3C79-368299BC27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CF9324-B58E-B8D8-D0DA-5A36B74DD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7E76E-25EB-0AB3-6842-6970C7AE9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116AD-D76C-2558-A652-06D103ABA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800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6204F-D122-27C9-090E-42FC8AF08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F1615F-858B-AEFF-C7CF-3421CE015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8EE5AF-DE31-5F99-ED57-439E21AAA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5A380-E2F2-B1AF-0759-DA66F788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1CFAB-1B57-D8DA-9D28-F48AE83E9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730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252860-0AF7-5AD0-FC1A-F0F7C7D49B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CCD87F-ED33-3366-FB71-BF447F0FA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DD05CC-BFAE-4598-2B14-715A5CA8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40842-DBF5-EDB4-199D-93F4C8AFE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EBF08-6E14-6701-3F45-7D7E158A2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366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6A5D77-A0A2-8A52-2947-4EBC405A8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C1375-CAB9-E2AA-1717-3FCDE62D9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2EC21-C9BE-5113-F6E0-5F2D9831D3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A06ADF-130A-4EE9-BF7A-7391C22933F6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3C76-6C60-2408-276B-3733231AD7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067AB-4761-7DA8-277A-E5F7A6564C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185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09E288-CB9B-3660-66A6-85C2B1FC54AA}"/>
              </a:ext>
            </a:extLst>
          </p:cNvPr>
          <p:cNvSpPr txBox="1"/>
          <p:nvPr/>
        </p:nvSpPr>
        <p:spPr>
          <a:xfrm>
            <a:off x="0" y="228123"/>
            <a:ext cx="12192000" cy="64017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3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5400" b="1" dirty="0">
                <a:solidFill>
                  <a:schemeClr val="accent5"/>
                </a:solidFill>
              </a:rPr>
              <a:t>SIMULATE THE FREE-VIBRATION RESPONSE OF A SINGLE-DEGREE-OF-FREEDOM (SDOF) STRUCTURE INCORPORATING A PARALLEL CONTACT/GAP MECHANISM TO MODEL STAGED STIFFNESS ACTIVATION USING OPENSEES </a:t>
            </a:r>
          </a:p>
          <a:p>
            <a:pPr algn="ctr"/>
            <a:r>
              <a:rPr lang="en-US" sz="1600" b="1" dirty="0">
                <a:solidFill>
                  <a:schemeClr val="accent3"/>
                </a:solidFill>
              </a:rPr>
              <a:t>WRITTEN BY SALAR DELAVAR GHASHGHAEI (QASHQAI)  </a:t>
            </a:r>
          </a:p>
        </p:txBody>
      </p:sp>
    </p:spTree>
    <p:extLst>
      <p:ext uri="{BB962C8B-B14F-4D97-AF65-F5344CB8AC3E}">
        <p14:creationId xmlns:p14="http://schemas.microsoft.com/office/powerpoint/2010/main" val="2913548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4D527-182C-3B60-4E09-421863039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01B908B-F03F-0AA1-617F-D3A3482AF0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6827" y="0"/>
            <a:ext cx="959834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338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9E75D-5D6F-B1AA-042C-5C130F3F8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68BB14B-98EC-2F36-2CFA-F5B1F312A5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197" y="0"/>
            <a:ext cx="1128960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8851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F7277-101B-DD3D-75E3-132079BEB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06A5C7-70AE-C42F-0EAD-F7C58FE65B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104" y="685800"/>
            <a:ext cx="8107792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3712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6B893-5C50-A71F-EA6A-38581BA59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054107F-E37B-FC3C-11E5-D714E54E6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4807"/>
            <a:ext cx="12192000" cy="6548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3392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6E2BC2C-0423-6AFD-6B34-E570F3EAC6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938" y="1"/>
            <a:ext cx="6328572" cy="36619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733979C-635E-20B6-C8EB-FCA5283CE5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922" y="409000"/>
            <a:ext cx="4486667" cy="3020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1BB1C11-0553-E6FF-7D44-5BE4F2283C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317" y="3581333"/>
            <a:ext cx="9010000" cy="327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77909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CDF46-10CD-2617-2D90-ACB296357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5989A2C-3137-8B1B-6F55-A32F47085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6905" y="234786"/>
            <a:ext cx="9538190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5553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A7080-91CE-E037-6B47-425291401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67949A1-81E7-4E60-2F05-7D2687546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8182" y="234786"/>
            <a:ext cx="9455636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3266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5DE0C-026E-B838-A3AC-C1B32D9F8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7B02AC4-ED10-2FE3-55BE-754C7AF0BE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765" y="234786"/>
            <a:ext cx="9144470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6379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0343D6-F7C7-0699-8EFA-F8F9C1EA2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4DD4BBF-B771-8A45-2C40-E8DE391D28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9941" y="0"/>
            <a:ext cx="8832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5999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319A2-06C7-15A5-4AD4-83251B66D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81A29CB-1AF9-A94A-981E-66F70668B6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2623" y="457200"/>
            <a:ext cx="7866753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0874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48</Words>
  <Application>Microsoft Office PowerPoint</Application>
  <PresentationFormat>Widescreen</PresentationFormat>
  <Paragraphs>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26</cp:revision>
  <cp:lastPrinted>2025-12-29T06:43:39Z</cp:lastPrinted>
  <dcterms:created xsi:type="dcterms:W3CDTF">2025-07-19T22:10:00Z</dcterms:created>
  <dcterms:modified xsi:type="dcterms:W3CDTF">2026-01-07T09:04:31Z</dcterms:modified>
</cp:coreProperties>
</file>