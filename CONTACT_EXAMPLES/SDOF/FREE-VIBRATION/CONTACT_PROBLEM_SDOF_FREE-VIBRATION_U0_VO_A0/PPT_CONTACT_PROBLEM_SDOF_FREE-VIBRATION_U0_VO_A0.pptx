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8" r:id="rId4"/>
    <p:sldId id="317" r:id="rId5"/>
    <p:sldId id="316" r:id="rId6"/>
    <p:sldId id="315" r:id="rId7"/>
    <p:sldId id="258" r:id="rId8"/>
    <p:sldId id="321" r:id="rId9"/>
    <p:sldId id="320" r:id="rId10"/>
    <p:sldId id="319" r:id="rId11"/>
    <p:sldId id="260" r:id="rId12"/>
    <p:sldId id="3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228123"/>
            <a:ext cx="12192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SIMULATE THE FREE-VIBRATION RESPONSE OF A SINGLE-DEGREE-OF-FREEDOM (SDOF) STRUCTURE INCORPORATING A PARALLEL CONTACT/GAP MECHANISM TO MODEL STAGED STIFFNESS ACTIVATION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1B908B-F03F-0AA1-617F-D3A3482AF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27" y="0"/>
            <a:ext cx="9598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E75D-5D6F-B1AA-042C-5C130F3F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BB14B-98EC-2F36-2CFA-F5B1F312A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97" y="0"/>
            <a:ext cx="11289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5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7277-101B-DD3D-75E3-132079BE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6A5C7-70AE-C42F-0EAD-F7C58FE6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04" y="685800"/>
            <a:ext cx="810779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7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4107F-E37B-FC3C-11E5-D714E54E6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2BC2C-0423-6AFD-6B34-E570F3EA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" y="1"/>
            <a:ext cx="6328572" cy="36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3979C-635E-20B6-C8EB-FCA5283C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22" y="409000"/>
            <a:ext cx="4486667" cy="30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1C11-0553-E6FF-7D44-5BE4F2283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" y="3581333"/>
            <a:ext cx="9010000" cy="32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90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989A2C-3137-8B1B-6F55-A32F4708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7080-91CE-E037-6B47-42529140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949A1-81E7-4E60-2F05-7D268754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2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DE0C-026E-B838-A3AC-C1B32D9F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02AC4-ED10-2FE3-55BE-754C7AF0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43D6-F7C7-0699-8EFA-F8F9C1EA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27784-0732-A21B-3D41-67541083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9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A29CB-1AF9-A94A-981E-66F70668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08" y="320040"/>
            <a:ext cx="8229834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6E55-BB59-B72B-2DDE-BD066F9D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33954-7D72-E528-1B89-C18920935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12" y="274320"/>
            <a:ext cx="7989176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3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48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30</cp:revision>
  <cp:lastPrinted>2025-12-29T06:43:39Z</cp:lastPrinted>
  <dcterms:created xsi:type="dcterms:W3CDTF">2025-07-19T22:10:00Z</dcterms:created>
  <dcterms:modified xsi:type="dcterms:W3CDTF">2026-07-17T09:57:02Z</dcterms:modified>
</cp:coreProperties>
</file>