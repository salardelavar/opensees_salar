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26" r:id="rId4"/>
    <p:sldId id="259" r:id="rId5"/>
    <p:sldId id="258" r:id="rId6"/>
    <p:sldId id="316" r:id="rId7"/>
    <p:sldId id="320" r:id="rId8"/>
    <p:sldId id="315" r:id="rId9"/>
    <p:sldId id="261" r:id="rId10"/>
    <p:sldId id="260" r:id="rId11"/>
    <p:sldId id="318" r:id="rId12"/>
    <p:sldId id="319" r:id="rId13"/>
    <p:sldId id="317" r:id="rId14"/>
    <p:sldId id="321" r:id="rId15"/>
    <p:sldId id="322" r:id="rId16"/>
    <p:sldId id="323" r:id="rId17"/>
    <p:sldId id="324" r:id="rId18"/>
    <p:sldId id="325" r:id="rId19"/>
    <p:sldId id="327" r:id="rId20"/>
    <p:sldId id="328" r:id="rId21"/>
    <p:sldId id="329" r:id="rId22"/>
    <p:sldId id="33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228123"/>
            <a:ext cx="12192000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COMPARATIVE FREE-VIBRATION AND PUSHOVER ANALYSIS OF AN SDOF SYSTEM: ELASTIC VERSUS INELASTIC RESPONSE WITH PARALLEL. SPRINGS FOR STRUCTURAL AND NON-STRUCTURAL ELEMENTS USING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7EB69F-6D24-606E-29B7-E9FA07D51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957" y="0"/>
            <a:ext cx="83360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9CCB5-D0AE-CAF3-79B6-65736529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27CABF-1EE2-E8ED-1917-5B1794CA8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666" y="557571"/>
            <a:ext cx="9266667" cy="57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57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CD9882-7C0D-9B05-7882-341B6633F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EA176E-B932-6108-A7AE-AE2A5EE01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D1DF-7E92-1830-587F-FA770CBA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AECC14-E217-D04E-760B-890E0C573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762" y="0"/>
            <a:ext cx="82584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2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10EFD-C39A-344D-54C3-9A16EE9BA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879643-8C62-8BF3-E4A4-1849EA713EDD}"/>
              </a:ext>
            </a:extLst>
          </p:cNvPr>
          <p:cNvSpPr txBox="1"/>
          <p:nvPr/>
        </p:nvSpPr>
        <p:spPr>
          <a:xfrm>
            <a:off x="0" y="292116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5"/>
                </a:solidFill>
              </a:rPr>
              <a:t>FREE-VIBRATION ANALYSIS</a:t>
            </a:r>
            <a:endParaRPr lang="en-US" sz="20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444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E2BC2C-0423-6AFD-6B34-E570F3EAC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38" y="1"/>
            <a:ext cx="6328572" cy="3661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33979C-635E-20B6-C8EB-FCA5283CE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922" y="409000"/>
            <a:ext cx="4486667" cy="302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BB1C11-0553-E6FF-7D44-5BE4F2283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17" y="3581333"/>
            <a:ext cx="9010000" cy="327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90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5C90-67EB-63BD-EECA-89A2A5C4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6DB9C4-8C1E-C2D0-D9BC-59DD0C110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42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2BD05C-E639-BED0-2790-EDC7C5FFC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38EF8-C679-4D20-0D37-2E5DB65F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AC3770-8F7E-89A4-5C1F-514F2DC0F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53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AAAE-E9C9-4749-5E7E-73E4DE688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467DAF-3F5F-9D21-34EE-F8306384C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92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75CD5-9DC2-B2CD-7EEA-69BF5C1A5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6739A2-9BC3-7B75-9FA9-9050C10B9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749" y="228600"/>
            <a:ext cx="850450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52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79DB9-F026-36F9-4B24-DAE2EE7BA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1F8229-F0EF-1E0B-2336-43D0CE6F4383}"/>
              </a:ext>
            </a:extLst>
          </p:cNvPr>
          <p:cNvSpPr txBox="1"/>
          <p:nvPr/>
        </p:nvSpPr>
        <p:spPr>
          <a:xfrm>
            <a:off x="0" y="292116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5"/>
                </a:solidFill>
              </a:rPr>
              <a:t>PUSHOVER ANALYSIS</a:t>
            </a:r>
            <a:endParaRPr lang="en-US" sz="20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206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5539D-9756-9933-F264-3294525BA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28068D-8190-18A6-2ED1-0648A1FAB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007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79D2E-6ED5-5BEF-5652-554782727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2EB899-71D6-0322-1185-6C758B791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36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68778-26BC-BE18-1D84-53DD6ED60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1068DC-DDA0-9989-ECF3-3D4568341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281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309EF-9212-2F25-9767-CD2E11B78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9580D-7E2A-9218-47FF-451BEBA80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24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B7F26-2772-D91C-C514-716AB5B26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8A0C5A-8C1B-E60C-5BC4-FC867B707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526" y="228600"/>
            <a:ext cx="9504947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779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B545D-28A1-AAB8-6C20-8F8471095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9A8AF0-9592-6608-F615-241D080D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161" y="228600"/>
            <a:ext cx="9348537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791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30C0D-04E3-1258-4282-1C6CA7B2F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E1FE33-43BA-26F8-B56F-C28EDBD79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448" y="228600"/>
            <a:ext cx="9348537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74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8B638-CED1-1A24-5CF5-88D6F6D1D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C8A263-BED7-C4B4-12BC-FDD68A254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323" y="228600"/>
            <a:ext cx="9348537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39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52</Words>
  <Application>Microsoft Office PowerPoint</Application>
  <PresentationFormat>Widescreen</PresentationFormat>
  <Paragraphs>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46</cp:revision>
  <cp:lastPrinted>2025-08-23T12:20:58Z</cp:lastPrinted>
  <dcterms:created xsi:type="dcterms:W3CDTF">2025-07-19T22:10:00Z</dcterms:created>
  <dcterms:modified xsi:type="dcterms:W3CDTF">2026-02-09T16:58:16Z</dcterms:modified>
</cp:coreProperties>
</file>