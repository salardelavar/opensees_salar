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4" r:id="rId4"/>
    <p:sldId id="316" r:id="rId5"/>
    <p:sldId id="317" r:id="rId6"/>
    <p:sldId id="259" r:id="rId7"/>
    <p:sldId id="323" r:id="rId8"/>
    <p:sldId id="325" r:id="rId9"/>
    <p:sldId id="326" r:id="rId10"/>
    <p:sldId id="327" r:id="rId11"/>
    <p:sldId id="328" r:id="rId12"/>
    <p:sldId id="329" r:id="rId13"/>
    <p:sldId id="258" r:id="rId14"/>
    <p:sldId id="260" r:id="rId15"/>
    <p:sldId id="319" r:id="rId16"/>
    <p:sldId id="320" r:id="rId17"/>
    <p:sldId id="321" r:id="rId18"/>
    <p:sldId id="32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DISPLACEMENT METER FOR MDOF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65978-3BD5-C75C-38E3-BEF783751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99" y="228600"/>
            <a:ext cx="5978644" cy="6400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DE641DC-4420-437E-5B52-D2951E630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643" y="1554480"/>
            <a:ext cx="5664533" cy="374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C0E4A4-690B-2E63-7EFA-1D265418B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848" y="936497"/>
            <a:ext cx="7836303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272777-E817-FCC5-7EF1-FAE36EEA62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667"/>
            <a:ext cx="12192000" cy="6556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6F45C-3451-53FC-3675-5A855195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71" y="228600"/>
            <a:ext cx="91748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A3885C-A15F-5E12-4C2B-936F5A6E4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392" y="1647733"/>
            <a:ext cx="9049215" cy="356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FA7204-AE1B-B8FB-0718-96B6C5934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216C471-D959-01EF-F8E4-4FDF53F4B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20" y="936497"/>
            <a:ext cx="7982360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085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1405DC-30D5-BF23-D21A-2C3BAD54B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1CDA10-1022-008F-9DE3-F215A1AA50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2506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92CD-4A0A-F28C-296D-AB2A857B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D431DB-93B4-E650-266E-6F4F55E39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7414" y="936497"/>
            <a:ext cx="915717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8858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C875F-2033-3F42-D03A-1D0AAADBF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C78995-89FD-16C6-AA22-3F673060A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154" y="936497"/>
            <a:ext cx="7607691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495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E5CA8-40F5-E0FD-F6CE-DD0E34FAE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256D1D-A0F1-44C7-55FC-828F3B0F89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881" y="0"/>
            <a:ext cx="103322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3221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E477DB-041F-25DB-0ED8-EB004712C9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F4DC65-0DB7-D75F-B0A5-A03E20C9B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A7E905-9513-E8C6-269E-7B09B327A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7BFF43-E1AE-75CA-2925-0D588EB27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0959" y="228600"/>
            <a:ext cx="8130082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4433AB-6214-CC0C-BB2C-4FC8F55D48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BEA898-6D7E-F60F-3E30-9E331AEC11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808" y="936497"/>
            <a:ext cx="6496384" cy="498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32</Words>
  <Application>Microsoft Office PowerPoint</Application>
  <PresentationFormat>Widescreen</PresentationFormat>
  <Paragraphs>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65</cp:revision>
  <cp:lastPrinted>2026-01-11T12:08:07Z</cp:lastPrinted>
  <dcterms:created xsi:type="dcterms:W3CDTF">2025-07-19T22:10:00Z</dcterms:created>
  <dcterms:modified xsi:type="dcterms:W3CDTF">2026-02-17T10:42:17Z</dcterms:modified>
</cp:coreProperties>
</file>