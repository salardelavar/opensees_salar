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4" r:id="rId4"/>
    <p:sldId id="316" r:id="rId5"/>
    <p:sldId id="317" r:id="rId6"/>
    <p:sldId id="259" r:id="rId7"/>
    <p:sldId id="323" r:id="rId8"/>
    <p:sldId id="325" r:id="rId9"/>
    <p:sldId id="326" r:id="rId10"/>
    <p:sldId id="327" r:id="rId11"/>
    <p:sldId id="328" r:id="rId12"/>
    <p:sldId id="329" r:id="rId13"/>
    <p:sldId id="258" r:id="rId14"/>
    <p:sldId id="260" r:id="rId15"/>
    <p:sldId id="319" r:id="rId16"/>
    <p:sldId id="320" r:id="rId17"/>
    <p:sldId id="321" r:id="rId18"/>
    <p:sldId id="32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74400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8000" b="1" dirty="0">
                <a:solidFill>
                  <a:schemeClr val="accent5"/>
                </a:solidFill>
              </a:rPr>
              <a:t>MODELING OF DISPLACEMENT METER FOR MDOF STRUCTURE USING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765978-3BD5-C75C-38E3-BEF783751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99" y="228600"/>
            <a:ext cx="5978644" cy="6400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E641DC-4420-437E-5B52-D2951E630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643" y="1554480"/>
            <a:ext cx="5664533" cy="374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E6110-A4AD-6FEA-DA6F-22C149E5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C0E4A4-690B-2E63-7EFA-1D265418B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848" y="936497"/>
            <a:ext cx="783630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6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272777-E817-FCC5-7EF1-FAE36EEA6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67"/>
            <a:ext cx="12192000" cy="655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50B2-C19A-2037-46F8-D9865643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DC40D7-1725-AD30-CA64-7142E2E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" y="285750"/>
            <a:ext cx="11325225" cy="3905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6F3967-0741-154F-FDFB-BF0FF6B1F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3" y="4462462"/>
            <a:ext cx="53530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1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16F45C-3451-53FC-3675-5A855195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571" y="228600"/>
            <a:ext cx="917485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747D-C242-C233-BB80-0E3F1F912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A3885C-A15F-5E12-4C2B-936F5A6E4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1647733"/>
            <a:ext cx="9049215" cy="356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A7204-AE1B-B8FB-0718-96B6C593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16C471-D959-01EF-F8E4-4FDF53F4B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820" y="936497"/>
            <a:ext cx="79823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85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05DC-30D5-BF23-D21A-2C3BAD5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1CDA10-1022-008F-9DE3-F215A1AA5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50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CD-4A0A-F28C-296D-AB2A857B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D431DB-93B4-E650-266E-6F4F55E39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414" y="936497"/>
            <a:ext cx="915717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C875F-2033-3F42-D03A-1D0AAADB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C78995-89FD-16C6-AA22-3F673060A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4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5CA8-40F5-E0FD-F6CE-DD0E34FAE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256D1D-A0F1-44C7-55FC-828F3B0F8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2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87C9E6-A398-EC03-23D6-8689C7E9B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ADA9D7-B7C3-0991-28F1-B43AA0F1D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687" y="228600"/>
            <a:ext cx="823662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5D3C-7E23-D618-FA72-DBA28686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A7E905-9513-E8C6-269E-7B09B327A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10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50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4121E-0FFB-EB70-720F-A892AE2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7BFF43-E1AE-75CA-2925-0D588EB27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959" y="228600"/>
            <a:ext cx="813008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15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58790-636C-F775-246E-65560FAC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E2E182-0DC7-3F51-384E-DD43CA9D7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687" y="228600"/>
            <a:ext cx="823662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24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716A-E838-7BB0-9903-8520C1E5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12574C-D421-3E0E-572B-1BEAE5D47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210" y="228600"/>
            <a:ext cx="834957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61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32</Words>
  <Application>Microsoft Office PowerPoint</Application>
  <PresentationFormat>Widescreen</PresentationFormat>
  <Paragraphs>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64</cp:revision>
  <cp:lastPrinted>2026-01-11T12:08:07Z</cp:lastPrinted>
  <dcterms:created xsi:type="dcterms:W3CDTF">2025-07-19T22:10:00Z</dcterms:created>
  <dcterms:modified xsi:type="dcterms:W3CDTF">2026-01-28T06:25:02Z</dcterms:modified>
</cp:coreProperties>
</file>