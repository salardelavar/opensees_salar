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323" r:id="rId4"/>
    <p:sldId id="324" r:id="rId5"/>
    <p:sldId id="316" r:id="rId6"/>
    <p:sldId id="317" r:id="rId7"/>
    <p:sldId id="259" r:id="rId8"/>
    <p:sldId id="258" r:id="rId9"/>
    <p:sldId id="260" r:id="rId10"/>
    <p:sldId id="319" r:id="rId11"/>
    <p:sldId id="320" r:id="rId12"/>
    <p:sldId id="321" r:id="rId13"/>
    <p:sldId id="32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92245-1276-2F9E-D5B0-858A91816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13E768-FFE3-7815-78D5-91112BB1C6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52766-3E21-CB4A-82C0-46288AEC9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8DB7A-10EE-3704-B39C-032E9D3BB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9E80BD-6007-1289-B37F-A3B86E5A5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4928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7FEE2-115A-A17E-63AD-EFD34DA98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8AA150-0100-3322-EFBC-8F7B5070F9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928C0-0033-802C-E79A-7CD6CD0D3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AA8EB8-26C7-9467-044A-CF1E93815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633F3-E6C8-3F6D-1147-29FF1F8713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0166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8B423-DAF8-0E0F-6C0E-546719128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4F5A3-39F5-FE10-BCBD-C93CF8FD6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F3D4A-6F8E-6A62-F4E8-B378EEA78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F05A8-C580-405C-D60E-84001B268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CABA7-CC78-7F02-3408-DB85F62C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434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041B7-39C8-823B-CC59-35153E82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0C828-0508-4355-5B68-4317D71ED9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D2EEB-B816-3A5B-19C1-C0A4D3F574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4C860E-1A81-1092-C9B5-8146CB332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F5232A-29A2-3DAC-A37D-77AB957BF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BE3C4A-2511-851F-7953-1E61C4A06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4031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A5D00-0737-CE4A-B8A5-0783B1E36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F921C7-D02F-70CD-8FDC-2822B75DF5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CBED4B-4097-9EA8-D1BA-E0B9658524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B402CB-474E-B23A-B7E7-3C4D4D086E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28195B-E362-8663-33C6-56FE6C3521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95DA75-710F-65B2-961E-30840DF9A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6A42F6-5E2F-5825-1C6B-5BE004698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79B0B2-2C67-56A7-193B-69765CCE9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2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B8F7B-80F7-19C6-B80C-0C0CF3F3C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E8FD69-092D-6BDA-D9AF-22CF64AB8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6BE809-34ED-B5F0-8846-FE910F545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A6C6A0-3AE3-102B-A313-9C4E69C4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40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905B8BF-5605-410F-B44F-6B871103D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F9717B-7E28-E366-687F-A197A2EC4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6F4F25-65E4-3A6D-97E2-32EF39680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65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B9FE1C-859D-2857-DDB1-0647595117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E8714A-2C98-5B95-9336-9EA5B796B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4214F3-EC79-61BC-7D9C-4F194A79FF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31B14-F832-5CB9-9887-5C5FB28CC6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1EE5BD-507A-353E-52F9-A753D1CE4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5F285-7269-ED7F-7469-E912875D8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973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BAEE1-44BC-0EC7-C1EB-6C4110C7D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AD776E-5982-147A-117C-B50DC019E6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86F07E-BAB3-1705-3C79-368299BC27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CF9324-B58E-B8D8-D0DA-5A36B74D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37E76E-25EB-0AB3-6842-6970C7AE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6116AD-D76C-2558-A652-06D103ABA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800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204F-D122-27C9-090E-42FC8AF08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F1615F-858B-AEFF-C7CF-3421CE0151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EE5AF-DE31-5F99-ED57-439E21AAA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D5A380-E2F2-B1AF-0759-DA66F788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51CFAB-1B57-D8DA-9D28-F48AE83E9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730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252860-0AF7-5AD0-FC1A-F0F7C7D49B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CCD87F-ED33-3366-FB71-BF447F0FA5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DD05CC-BFAE-4598-2B14-715A5CA8F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06ADF-130A-4EE9-BF7A-7391C22933F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40842-DBF5-EDB4-199D-93F4C8AFE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EBF08-6E14-6701-3F45-7D7E158A2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3663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6A5D77-A0A2-8A52-2947-4EBC405A8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C1375-CAB9-E2AA-1717-3FCDE62D9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42EC21-C9BE-5113-F6E0-5F2D9831D3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A06ADF-130A-4EE9-BF7A-7391C22933F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2B3C76-6C60-2408-276B-3733231AD7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2067AB-4761-7DA8-277A-E5F7A6564C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790AE0-150F-4B70-8E43-8E49767670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518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0C09E288-CB9B-3660-66A6-85C2B1FC54AA}"/>
              </a:ext>
            </a:extLst>
          </p:cNvPr>
          <p:cNvSpPr txBox="1"/>
          <p:nvPr/>
        </p:nvSpPr>
        <p:spPr>
          <a:xfrm>
            <a:off x="0" y="674400"/>
            <a:ext cx="12192000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3"/>
                </a:solidFill>
              </a:rPr>
              <a:t>&gt;&gt; IN THE NAME OF ALLAH, THE MOST GRACIOUS, THE MOST MERCIFUL &lt;&lt;</a:t>
            </a:r>
          </a:p>
          <a:p>
            <a:pPr algn="ctr"/>
            <a:r>
              <a:rPr lang="en-US" sz="8000" b="1" dirty="0">
                <a:solidFill>
                  <a:schemeClr val="accent5"/>
                </a:solidFill>
              </a:rPr>
              <a:t>MODELING OF DISPLACEMENT METER FOR SDOF STRUCTURE USING OPENSEES</a:t>
            </a:r>
          </a:p>
          <a:p>
            <a:pPr algn="ctr"/>
            <a:r>
              <a:rPr lang="en-US" sz="1600" b="1" dirty="0">
                <a:solidFill>
                  <a:schemeClr val="accent3"/>
                </a:solidFill>
              </a:rPr>
              <a:t>WRITTEN BY SALAR DELAVAR GHASHGHAEI (QASHQAI)  </a:t>
            </a:r>
          </a:p>
        </p:txBody>
      </p:sp>
    </p:spTree>
    <p:extLst>
      <p:ext uri="{BB962C8B-B14F-4D97-AF65-F5344CB8AC3E}">
        <p14:creationId xmlns:p14="http://schemas.microsoft.com/office/powerpoint/2010/main" val="2913548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4D527-182C-3B60-4E09-42186303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E491F5A-690E-FF31-0CD4-BBCA6467D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7343" y="320040"/>
            <a:ext cx="6417314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338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B747D-C242-C233-BB80-0E3F1F912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BFE917-36D6-4041-067C-C4A8E3E1CF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09" y="1327832"/>
            <a:ext cx="10674382" cy="420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621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E6110-A4AD-6FEA-DA6F-22C149E5D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F8421F-CFE2-4C6D-422A-5B811876ED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499" y="504334"/>
            <a:ext cx="9195002" cy="584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0694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6B893-5C50-A71F-EA6A-38581BA59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974430-AF1D-4FE2-5CF6-16649B0F3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22"/>
            <a:ext cx="12192000" cy="6574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3392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50B2-C19A-2037-46F8-D98656431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DC40D7-1725-AD30-CA64-7142E2E43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" y="285750"/>
            <a:ext cx="11325225" cy="39052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F6F3967-0741-154F-FDFB-BF0FF6B1F9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473" y="4462462"/>
            <a:ext cx="535305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106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BF7EA-DC27-756F-9EAA-CFEC55CAA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16F45C-3451-53FC-3675-5A8551953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571" y="228600"/>
            <a:ext cx="9174858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9766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FCDF46-10CD-2617-2D90-ACB296357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E56377-AA2B-7AE0-6309-D7183897A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941" y="0"/>
            <a:ext cx="8832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75553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F319A2-06C7-15A5-4AD4-83251B66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182CC9-CC56-4D55-C7E8-8422B3FA5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01" y="228600"/>
            <a:ext cx="8285798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087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85D3C-7E23-D618-FA72-DBA286863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BCC7F64-61A3-0F83-B094-AE593CF0A7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1144" y="228600"/>
            <a:ext cx="8449711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96504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4121E-0FFB-EB70-720F-A892AE294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949587A-486B-3960-664C-FEDB9CF3F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00" y="228600"/>
            <a:ext cx="82857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15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58790-636C-F775-246E-65560FAC0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A8064A7-97F7-8A6B-CF8D-24CAABA625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3100" y="228600"/>
            <a:ext cx="8285799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2924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1716A-E838-7BB0-9903-8520C1E521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185FB6-0B73-1A1E-676A-E7240E790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471" y="228600"/>
            <a:ext cx="8341425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561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32</Words>
  <Application>Microsoft Office PowerPoint</Application>
  <PresentationFormat>Widescreen</PresentationFormat>
  <Paragraphs>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salar dq</dc:creator>
  <cp:lastModifiedBy>salar dq</cp:lastModifiedBy>
  <cp:revision>64</cp:revision>
  <cp:lastPrinted>2026-01-11T12:08:07Z</cp:lastPrinted>
  <dcterms:created xsi:type="dcterms:W3CDTF">2025-07-19T22:10:00Z</dcterms:created>
  <dcterms:modified xsi:type="dcterms:W3CDTF">2026-02-15T12:57:11Z</dcterms:modified>
</cp:coreProperties>
</file>