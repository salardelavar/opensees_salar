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324" r:id="rId5"/>
    <p:sldId id="325" r:id="rId6"/>
    <p:sldId id="316" r:id="rId7"/>
    <p:sldId id="317" r:id="rId8"/>
    <p:sldId id="319" r:id="rId9"/>
    <p:sldId id="320" r:id="rId10"/>
    <p:sldId id="321" r:id="rId11"/>
    <p:sldId id="322" r:id="rId12"/>
    <p:sldId id="3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366623"/>
            <a:ext cx="1219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LEVERAGING PARALLEL COMPUTING IN OPENSEES TO SIMULATE GEOMETRIC AND MATERIAL NONLINEARITY IN MULTI-MODE POST-BUCKLING OF SEMI-RIGID STEEL COLUMNS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D33B30-5C7D-D1E0-77D1-68D4BA39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868"/>
            <a:ext cx="12192000" cy="566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98B8BF3-0E83-E810-0782-DC71C4787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C749B6-6A55-C1C9-9E14-91F828E068E0}"/>
              </a:ext>
            </a:extLst>
          </p:cNvPr>
          <p:cNvSpPr txBox="1"/>
          <p:nvPr/>
        </p:nvSpPr>
        <p:spPr>
          <a:xfrm>
            <a:off x="2957513" y="0"/>
            <a:ext cx="562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WITHOUT 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C46B-E395-08BF-27D3-4C6D098B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4871FB4-3777-346A-2339-F27EFC6EF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935FBE-F999-768B-C8AB-D32CBD5F6BD3}"/>
              </a:ext>
            </a:extLst>
          </p:cNvPr>
          <p:cNvSpPr txBox="1"/>
          <p:nvPr/>
        </p:nvSpPr>
        <p:spPr>
          <a:xfrm>
            <a:off x="2957513" y="0"/>
            <a:ext cx="4933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WITH 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6495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3B1BB-05F3-BA59-A8C6-25E06339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CBDCC2-E4ED-BAB2-370F-DF31051570E7}"/>
              </a:ext>
            </a:extLst>
          </p:cNvPr>
          <p:cNvSpPr txBox="1"/>
          <p:nvPr/>
        </p:nvSpPr>
        <p:spPr>
          <a:xfrm>
            <a:off x="0" y="1536174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IN THIS ANALYSIS, USING PARALLEL COMPUTING (JOBLIB), WE CAN RUN THE CODE AT LEAST 8 TIMES FASTER</a:t>
            </a:r>
            <a:endParaRPr lang="en-US" sz="19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79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B1F18B-C48C-8F05-D7C1-CEADE5CC8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E56A-9C9F-BE5B-6660-B3DFCD57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C154C1-744E-EA94-7B32-35DC3E8B3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36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5657-4971-F3A3-AB5D-0F9E293D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EC60B-0C4D-A365-B694-51F1351D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2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2806-62E6-839C-C2F8-38CF7D89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6259DE-F1D6-E5E4-569B-02C98FA92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9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870E-FACD-AFA6-228F-A7B5E813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956D4-DB15-E779-56AB-2AB7D8F82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812" y="149858"/>
            <a:ext cx="8304375" cy="655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3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9AC5-9F69-F86B-BABC-BAE5DC19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D22A95-B7D4-D4E8-AC73-61D29C27A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06" y="200633"/>
            <a:ext cx="8175788" cy="645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6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2DA5-DDEA-0DF0-B6E4-76A20B4A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084FD2-797D-3DC0-C0B0-0092FFE9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96" y="141255"/>
            <a:ext cx="8594208" cy="657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67</Words>
  <Application>Microsoft Office PowerPoint</Application>
  <PresentationFormat>Widescreen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67</cp:revision>
  <cp:lastPrinted>2025-12-12T17:01:39Z</cp:lastPrinted>
  <dcterms:created xsi:type="dcterms:W3CDTF">2025-07-19T22:10:00Z</dcterms:created>
  <dcterms:modified xsi:type="dcterms:W3CDTF">2025-12-12T17:07:54Z</dcterms:modified>
</cp:coreProperties>
</file>