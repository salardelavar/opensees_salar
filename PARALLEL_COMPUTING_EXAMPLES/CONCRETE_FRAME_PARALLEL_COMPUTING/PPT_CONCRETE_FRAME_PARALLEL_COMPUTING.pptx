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81" r:id="rId4"/>
    <p:sldId id="257" r:id="rId5"/>
    <p:sldId id="258" r:id="rId6"/>
    <p:sldId id="259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61" r:id="rId15"/>
    <p:sldId id="260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9511-2709-E7A8-0E94-7B7E8BA28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7D762-DC49-2CDB-1E5E-51482A3E8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B94A-2D9B-EC0B-0E67-60AA46EC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45C6-EBBD-B162-7A5C-1392FA6E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595D-6113-9E8B-E375-518B03D4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C1C7-1C56-3A1A-B144-CB902609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550C2-398E-7A8F-4C02-E2D50CC6F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DC3B8-CF88-184A-8F38-CE7FE17C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2DE1F-115B-8810-F0E9-E49E76F3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18BB2-2809-BF14-46DE-7DF36686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8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D37D-DC98-95CE-4F36-2D2F5801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C449-F7EE-7D59-2270-3BAFBBC2F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B2A3-B124-7343-F734-E50A26D0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7FD5F-9FD9-398C-10F8-4F0062D5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E0B96-3984-A56F-EF8F-6283CC63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75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A63B-90B6-1A99-2ECC-F1F074F37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086B-1EE1-E48A-AE24-AB47AB974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747C-B621-B873-3660-96FAEBAA2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4FCA8-9B1F-6F3D-11F7-834CE567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CF894-9037-E47D-59E3-0934CDDE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94A17-DB26-84D3-968A-CC4075BB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4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0A47-AEDF-2D0F-2B3C-BA2B422C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66407-C3C7-9112-9B5C-F57C0C87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42E1D-87B8-76ED-22E9-555A7EBD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BDD3D-4A4E-19C3-594A-3B933BD23B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A26CA-638D-427E-3679-32D052A39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F57F6-76C3-545D-6227-9406DB4C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575394-8AD0-9D87-81A6-85D090A2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1DF16-41E7-50F2-BC6E-C5F1AA63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46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4927C-5B9F-138E-FFE7-A875A158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E1223-151A-C8F7-BDAD-1CDD2102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39E63-5375-5438-3CF2-62664273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F81D7-A9A2-EBC6-A707-DC1D0359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09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C15A61-00A2-3A76-9254-F9E93F51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8F1B1-9DA7-0903-0912-8F6C099C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46A2-1BB8-AEEA-819A-031FA1B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32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B0C65-5F66-CF2B-F64B-225BE40E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5946C-C764-C2C6-9D27-CF42514E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E9074-1A55-6A80-E114-A1C310C37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F6DB8-3F49-13A6-1EED-DD55D841A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58FD5-47E1-17E8-A5A3-6EF4207D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E7D12-9788-C4D9-8581-BB724740D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2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D6A2-2876-E41B-5320-5E8234E35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2F74C-9AEB-A52E-E714-EA28631543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B7B06-68A5-3148-01DC-AECC33166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5EBC6-DD45-E2AF-FBD7-542D022EF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001B-259C-7FDF-FBFC-D3968505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4054A-251D-3CB2-A03B-9292CBD2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0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B4D6D-B08F-1F2D-509E-FFCCF04C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9F4AE-2145-0F44-717F-4D77BAE29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EE041-CB43-0051-23CC-2B28A5727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61443-6A6B-E748-A3B7-20C3FA0E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D72BA-835A-30D1-8168-51566E0A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4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2C4E1B-39BF-E681-B5B8-88FBA902FA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B9254-4DBE-B052-3BB1-BFD7D117C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6ED6C-685E-40E9-C987-B5609C00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6231-DFED-F5BB-258C-C357365B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0AA09-8761-B20D-DA5B-0EC457ED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9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6A390-FFC8-6C44-7D72-737136008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7D72C-7C22-A27A-6FF2-52331BC8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930C-C557-856A-9886-9BA69CA63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14A45-BCC6-4365-9763-560FDC98A6B7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65D69-5195-25E1-1894-A02254A68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3361-A1DB-333C-7119-5D91C5142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39042-C9B8-4D71-B328-0CAA7806BA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63971-0865-A183-EEE6-3CEE771D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0D356-BC1A-B4B5-B807-DA0D6101C703}"/>
              </a:ext>
            </a:extLst>
          </p:cNvPr>
          <p:cNvSpPr txBox="1"/>
          <p:nvPr/>
        </p:nvSpPr>
        <p:spPr>
          <a:xfrm>
            <a:off x="96983" y="1936283"/>
            <a:ext cx="12095017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5"/>
                </a:solidFill>
              </a:rPr>
              <a:t>IN THE NAME OF ALLAH, THE MOST GRACIOUS, THE MOST MERCIFUL</a:t>
            </a:r>
            <a:endParaRPr lang="fa-IR" sz="1400" b="1" dirty="0">
              <a:solidFill>
                <a:schemeClr val="accent5"/>
              </a:solidFill>
            </a:endParaRPr>
          </a:p>
          <a:p>
            <a:pPr algn="ctr"/>
            <a:r>
              <a:rPr lang="en-US" sz="4000" b="1" dirty="0">
                <a:solidFill>
                  <a:schemeClr val="accent5"/>
                </a:solidFill>
              </a:rPr>
              <a:t>UTILIZING PARALLEL PROCESSING PROCEDURES FOR THE SIMULTANEOUS EXECUTION OF NONLINEAR STATIC AND DYNAMIC CONCRETE</a:t>
            </a:r>
            <a:r>
              <a:rPr lang="fa-IR" sz="4000" b="1" dirty="0">
                <a:solidFill>
                  <a:schemeClr val="accent5"/>
                </a:solidFill>
              </a:rPr>
              <a:t> </a:t>
            </a:r>
            <a:r>
              <a:rPr lang="en-US" sz="4000" b="1" dirty="0">
                <a:solidFill>
                  <a:schemeClr val="accent5"/>
                </a:solidFill>
              </a:rPr>
              <a:t>STRUCTURAL ANALYSIS, USING OPENSEES</a:t>
            </a:r>
          </a:p>
          <a:p>
            <a:pPr algn="ctr"/>
            <a:r>
              <a:rPr lang="en-US" sz="1400" b="1" dirty="0">
                <a:solidFill>
                  <a:schemeClr val="accent5"/>
                </a:solidFill>
              </a:rPr>
              <a:t>WRITTEN BY SALAR DELAVAR GHASHGHAEI (QASHQAI)</a:t>
            </a:r>
            <a:r>
              <a:rPr lang="fa-IR" sz="1400" b="1" dirty="0">
                <a:solidFill>
                  <a:schemeClr val="accent5"/>
                </a:solidFill>
              </a:rPr>
              <a:t> </a:t>
            </a:r>
            <a:endParaRPr lang="en-US" sz="1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634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262F76B-29AC-ED27-EF91-38F161935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29" y="0"/>
            <a:ext cx="82773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797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ED33-3803-C554-8F8F-B0FC7B37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6A9D3B-A9D9-DDCC-19D8-71F875F17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769" y="0"/>
            <a:ext cx="5584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8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318A2-15C6-695D-CB9B-794A823D7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5278FF-1F4F-305A-4B28-959BD1BA9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1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125B2-4E99-0771-2AFB-9A98A7DFB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BE2D6E-A0D3-C0C8-D022-11D987260B8D}"/>
              </a:ext>
            </a:extLst>
          </p:cNvPr>
          <p:cNvSpPr txBox="1"/>
          <p:nvPr/>
        </p:nvSpPr>
        <p:spPr>
          <a:xfrm>
            <a:off x="1" y="2660073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accent5"/>
                </a:solidFill>
              </a:rPr>
              <a:t>NONLINEAR STATIC ANALYSIS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(PUSHOVER)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72918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80BEC-026B-6870-BE74-1E7932C49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704E6D-93B3-9A60-4663-6BEE20335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9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9E98-FC23-77B4-1C7C-D4BAABBF1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930E80-D162-C327-8F6B-242B5C932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31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09E3F-7DF1-351A-7919-368873208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D6E42-F1AD-CA66-20F2-9DA62CB04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9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1C07B-2767-BFFF-65F9-E45753BFB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3667EA-2FA8-BB43-A395-5C79A0E89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210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B8D7-D3A4-DE74-A734-C085F8BA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D665F-3399-2B40-5939-05DA84382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09" y="225260"/>
            <a:ext cx="9385782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74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0562E-5D40-2E49-D9F4-71060D586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9C71B-185C-596E-E96F-411408AB1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09" y="225260"/>
            <a:ext cx="9385782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97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6D614-D546-4909-622A-AFCCBAC7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2BFC7-E73A-CE38-7EDF-A5694E470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03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BE325-18FF-94D6-EB71-662C7838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D644B-C04E-8B4C-B9B1-6FB8D558D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B26B-100E-D1A8-9D37-CFCCF3CE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D82CD4-1E6A-ECA1-CD00-A84B4E242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88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A3300-5EE3-8104-47E1-E7C1219D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E0A7FF-61FD-718A-2317-1B0ECCF31E61}"/>
              </a:ext>
            </a:extLst>
          </p:cNvPr>
          <p:cNvSpPr txBox="1"/>
          <p:nvPr/>
        </p:nvSpPr>
        <p:spPr>
          <a:xfrm>
            <a:off x="1" y="266007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accent5"/>
                </a:solidFill>
              </a:rPr>
              <a:t>NONLINEAR DYNAMIC ANALYSIS</a:t>
            </a:r>
          </a:p>
        </p:txBody>
      </p:sp>
    </p:spTree>
    <p:extLst>
      <p:ext uri="{BB962C8B-B14F-4D97-AF65-F5344CB8AC3E}">
        <p14:creationId xmlns:p14="http://schemas.microsoft.com/office/powerpoint/2010/main" val="4141397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7F0B-8299-9250-6DFC-713035B37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6C9990-E377-B447-1C45-4CC69E852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37" y="936497"/>
            <a:ext cx="729652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359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1E4A2-3804-B171-5DDB-D5322107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6884E3-3BC9-E0CD-2EEB-894BBE8C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54" y="936497"/>
            <a:ext cx="66360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26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CC6F-99B9-6BDB-B363-1404F389B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982B5-7FF0-FEF9-A327-35CF6629F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254" y="936497"/>
            <a:ext cx="666149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0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453E-87C3-5ECF-40D3-AAC88B17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1A63F-71DC-5053-594C-42EC88774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976" y="936497"/>
            <a:ext cx="67440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37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48A2F-4EE1-52C9-D248-2A1AB774D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D0674D-C933-A9B0-1B8F-7CCD1692E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008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949A-0207-1A37-A296-25207FCA3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63383D-4AFE-3F5C-00CE-5FD7E6198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254" y="936497"/>
            <a:ext cx="666149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76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504B-C6B9-3636-0CBB-6FC19941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53DD11-7B56-6E96-328C-341794151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859" y="936497"/>
            <a:ext cx="645828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41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A9715-6674-EAE4-3E9B-6067A887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F1B480-484A-41A2-F2C9-09EC64FDD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136" y="936497"/>
            <a:ext cx="637572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9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3E12-0B37-02E4-D61C-9C78CFE54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93B30-F048-2D8A-BFD8-AFD29C0F0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005" y="936497"/>
            <a:ext cx="659798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33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3C60B-1B94-8D73-15BE-C176FE30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8A51E2-E0D2-3DE2-47E6-368E1985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936497"/>
            <a:ext cx="629952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73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65C16-B000-5FDB-0A26-36476D10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A036ED-95CF-DBDE-0AF9-9D6F0C5A0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694" y="0"/>
            <a:ext cx="8542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53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49</Words>
  <Application>Microsoft Office PowerPoint</Application>
  <PresentationFormat>Widescreen</PresentationFormat>
  <Paragraphs>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11</cp:revision>
  <dcterms:created xsi:type="dcterms:W3CDTF">2025-07-14T18:44:20Z</dcterms:created>
  <dcterms:modified xsi:type="dcterms:W3CDTF">2025-07-27T13:27:55Z</dcterms:modified>
</cp:coreProperties>
</file>