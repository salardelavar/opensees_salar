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9" r:id="rId5"/>
    <p:sldId id="279" r:id="rId6"/>
    <p:sldId id="258" r:id="rId7"/>
    <p:sldId id="262" r:id="rId8"/>
    <p:sldId id="263" r:id="rId9"/>
    <p:sldId id="264" r:id="rId10"/>
    <p:sldId id="266" r:id="rId11"/>
    <p:sldId id="277" r:id="rId12"/>
    <p:sldId id="278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43622"/>
            <a:ext cx="12192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>
                <a:solidFill>
                  <a:schemeClr val="accent5"/>
                </a:solidFill>
              </a:rPr>
              <a:t>PARALLEL COMPUTING IN OPENSES FOR SCALABLE NONLINEAR DYNAMIC ANALYSIS: RESPONSE SPECTRA AND  DUCTILITY DAMAGE INDEX ASSESSMENT UNDER 20 GROUND MOTIONS</a:t>
            </a:r>
          </a:p>
          <a:p>
            <a:pPr algn="ctr"/>
            <a:r>
              <a:rPr lang="en-US" sz="1600" b="1">
                <a:solidFill>
                  <a:schemeClr val="accent5"/>
                </a:solidFill>
              </a:rPr>
              <a:t>WRITTEN </a:t>
            </a:r>
            <a:r>
              <a:rPr lang="en-US" sz="1600" b="1" dirty="0">
                <a:solidFill>
                  <a:schemeClr val="accent5"/>
                </a:solidFill>
              </a:rPr>
              <a:t>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3AAA8A-3BDB-87D5-FBF0-0B1FCCDF5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979" y="956423"/>
            <a:ext cx="5205412" cy="4945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4588F-BD52-FC93-B139-6E1DA3123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83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BDF9-290A-CE09-35C9-ECB84AC4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83D07172-CA71-7606-AB3A-3FEC8057B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2024062"/>
            <a:ext cx="86487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82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E83BAF-C5A4-962D-C65D-96AF57429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C155E-6216-AADF-BE3D-142A10BB6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97BA1EB-E72E-56C9-7F9C-E594398E3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55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D37429B4-8449-790B-849C-9B1795874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572" y="0"/>
            <a:ext cx="8244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DB8B-6E38-437C-3068-B8454425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F68F43DF-19DE-7A1C-4B49-F3AEA7F32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572" y="0"/>
            <a:ext cx="8244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17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A5D6-30CC-2C13-1F9C-D72363F5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B9B4CA17-1E84-806F-CEC4-D36CB8813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572" y="0"/>
            <a:ext cx="8244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0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8FDC-DAF9-A547-EB2B-DF347820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02042845-E6D8-FE5E-CA6F-ED80C16E9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572" y="0"/>
            <a:ext cx="8244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64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3C105-A9A7-8415-C4B6-612A79A3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8D36B1F-3B54-6B2D-E553-391A49816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572" y="0"/>
            <a:ext cx="8244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8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03675-9803-287B-91A4-C831B58F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B53FB313-5289-11FD-2B47-9BEB07806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572" y="0"/>
            <a:ext cx="8244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95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0E3BD-1039-EEA4-5268-FA358D121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522534F2-3C65-C0BE-EB78-4933DB26F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572" y="0"/>
            <a:ext cx="8244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85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24D0-8A23-1434-1CA8-DEC3D148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line graph&#10;&#10;AI-generated content may be incorrect.">
            <a:extLst>
              <a:ext uri="{FF2B5EF4-FFF2-40B4-BE49-F238E27FC236}">
                <a16:creationId xmlns:a16="http://schemas.microsoft.com/office/drawing/2014/main" id="{309AD5E0-C7BB-2D0D-A3C9-8D4D183C0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37" y="0"/>
            <a:ext cx="10321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06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2FA3-C5C9-7EEC-59E4-E37C81ED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E6FE1CEA-D193-BAF3-1E0F-3DE62E91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37" y="0"/>
            <a:ext cx="10321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92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44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41</cp:revision>
  <cp:lastPrinted>2025-12-04T16:25:27Z</cp:lastPrinted>
  <dcterms:created xsi:type="dcterms:W3CDTF">2025-07-19T22:10:00Z</dcterms:created>
  <dcterms:modified xsi:type="dcterms:W3CDTF">2025-12-13T04:28:08Z</dcterms:modified>
</cp:coreProperties>
</file>