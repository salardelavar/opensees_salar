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338" r:id="rId14"/>
    <p:sldId id="258" r:id="rId15"/>
    <p:sldId id="260" r:id="rId16"/>
    <p:sldId id="331" r:id="rId17"/>
    <p:sldId id="319" r:id="rId18"/>
    <p:sldId id="320" r:id="rId19"/>
    <p:sldId id="332" r:id="rId20"/>
    <p:sldId id="333" r:id="rId21"/>
    <p:sldId id="334" r:id="rId22"/>
    <p:sldId id="335" r:id="rId23"/>
    <p:sldId id="321" r:id="rId24"/>
    <p:sldId id="322" r:id="rId25"/>
    <p:sldId id="336" r:id="rId26"/>
    <p:sldId id="33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30312-ACCE-5B1D-2019-AC5A4301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81" y="238524"/>
            <a:ext cx="10095238" cy="6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5F946-AF0A-A325-1979-AF7F5DE4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56" y="636459"/>
            <a:ext cx="93431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F04F0B-9C59-1F8B-4C8C-9BD5E760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32B455-C81A-143C-EDD4-6385DF6C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27274-930E-F926-0307-7FA46DD9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3" y="1619157"/>
            <a:ext cx="1068429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3C0-CA0B-F803-E642-DDC6202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12606-E233-799C-D783-5AD8A216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936497"/>
            <a:ext cx="76394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68919-404F-EEF3-088E-8E0D605D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C9BA-DC91-4663-BD8D-4DC63F7A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5F9C0-785D-5790-651D-7FDA0179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EC5DD-D60B-E56D-C5EC-B11BEC9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E1CF0-2192-CE26-8E7C-5FAB610A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6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37DFE-4414-4DE9-F165-810391D5F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AFE71-EC90-D775-6DC1-5F2715FE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A30CB4-2278-91CF-BAB7-17312D38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1898E-B701-75D7-6D7D-C90629EE4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7DBEA-BA51-E21B-B901-B17057C7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764" y="228600"/>
            <a:ext cx="814647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59450-09DE-CDA9-BED0-0F5F3C52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21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8FE5-4183-5CFB-52FE-06909911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25143-A008-C9D1-01FA-4B4F3FFE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97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2BD0-4EB8-7D94-31C4-13A9B5CE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4213A-C6D0-9A95-E090-D8A1CD0F0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9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CF87-385C-031D-DA7F-2541561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A74FE-D6E7-24EB-DA7A-5D53600C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8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09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F8322-9AED-E3C7-4AB5-5710DEF99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764" y="0"/>
            <a:ext cx="814647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90552-2FD5-1332-39F1-84C038ABC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22" y="228600"/>
            <a:ext cx="799075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2D71-D74B-9C2C-8E28-DB873E5F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DBD73A-27AD-23DD-EBCA-780AA025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49" y="228600"/>
            <a:ext cx="8292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14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BF8A-6A9C-1795-E446-F9A9454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6F0D1C-789B-6F98-2CFB-0DD9BAAD0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95" y="228600"/>
            <a:ext cx="830881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30</Words>
  <Application>Microsoft Office PowerPoint</Application>
  <PresentationFormat>Widescreen</PresentationFormat>
  <Paragraphs>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99</cp:revision>
  <cp:lastPrinted>2026-02-17T04:09:28Z</cp:lastPrinted>
  <dcterms:created xsi:type="dcterms:W3CDTF">2025-07-19T22:10:00Z</dcterms:created>
  <dcterms:modified xsi:type="dcterms:W3CDTF">2026-03-09T15:27:40Z</dcterms:modified>
</cp:coreProperties>
</file>