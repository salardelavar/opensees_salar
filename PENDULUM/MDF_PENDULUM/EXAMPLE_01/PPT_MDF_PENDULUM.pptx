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324" r:id="rId4"/>
    <p:sldId id="316" r:id="rId5"/>
    <p:sldId id="317" r:id="rId6"/>
    <p:sldId id="259" r:id="rId7"/>
    <p:sldId id="323" r:id="rId8"/>
    <p:sldId id="325" r:id="rId9"/>
    <p:sldId id="326" r:id="rId10"/>
    <p:sldId id="327" r:id="rId11"/>
    <p:sldId id="328" r:id="rId12"/>
    <p:sldId id="329" r:id="rId13"/>
    <p:sldId id="258" r:id="rId14"/>
    <p:sldId id="260" r:id="rId15"/>
    <p:sldId id="319" r:id="rId16"/>
    <p:sldId id="320" r:id="rId17"/>
    <p:sldId id="321" r:id="rId18"/>
    <p:sldId id="322" r:id="rId19"/>
    <p:sldId id="330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7" d="100"/>
          <a:sy n="67" d="100"/>
        </p:scale>
        <p:origin x="83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392245-1276-2F9E-D5B0-858A91816B2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313E768-FFE3-7815-78D5-91112BB1C6A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A52766-3E21-CB4A-82C0-46288AEC9D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06ADF-130A-4EE9-BF7A-7391C22933F6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88DB7A-10EE-3704-B39C-032E9D3BBA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9E80BD-6007-1289-B37F-A3B86E5A5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90AE0-150F-4B70-8E43-8E4976767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49282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67FEE2-115A-A17E-63AD-EFD34DA98E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8AA150-0100-3322-EFBC-8F7B5070F9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6928C0-0033-802C-E79A-7CD6CD0D36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06ADF-130A-4EE9-BF7A-7391C22933F6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AA8EB8-26C7-9467-044A-CF1E938154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8633F3-E6C8-3F6D-1147-29FF1F8713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90AE0-150F-4B70-8E43-8E4976767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01662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38B423-DAF8-0E0F-6C0E-5467191286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A4F5A3-39F5-FE10-BCBD-C93CF8FD66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FF3D4A-6F8E-6A62-F4E8-B378EEA781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06ADF-130A-4EE9-BF7A-7391C22933F6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2F05A8-C580-405C-D60E-84001B268D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8CABA7-CC78-7F02-3408-DB85F62C39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90AE0-150F-4B70-8E43-8E4976767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24346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7041B7-39C8-823B-CC59-35153E8257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50C828-0508-4355-5B68-4317D71ED92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17D2EEB-B816-3A5B-19C1-C0A4D3F574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4C860E-1A81-1092-C9B5-8146CB3327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06ADF-130A-4EE9-BF7A-7391C22933F6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F5232A-29A2-3DAC-A37D-77AB957BF3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BE3C4A-2511-851F-7953-1E61C4A064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90AE0-150F-4B70-8E43-8E4976767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14031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7A5D00-0737-CE4A-B8A5-0783B1E368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F921C7-D02F-70CD-8FDC-2822B75DF5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5CBED4B-4097-9EA8-D1BA-E0B9658524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9B402CB-474E-B23A-B7E7-3C4D4D086E2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528195B-E362-8663-33C6-56FE6C35212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095DA75-710F-65B2-961E-30840DF9AD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06ADF-130A-4EE9-BF7A-7391C22933F6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16A42F6-5E2F-5825-1C6B-5BE0046985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E79B0B2-2C67-56A7-193B-69765CCE96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90AE0-150F-4B70-8E43-8E4976767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32307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EB8F7B-80F7-19C6-B80C-0C0CF3F3C3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FE8FD69-092D-6BDA-D9AF-22CF64AB89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06ADF-130A-4EE9-BF7A-7391C22933F6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B6BE809-34ED-B5F0-8846-FE910F545D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0A6C6A0-3AE3-102B-A313-9C4E69C47A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90AE0-150F-4B70-8E43-8E4976767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44095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905B8BF-5605-410F-B44F-6B871103DE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06ADF-130A-4EE9-BF7A-7391C22933F6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BF9717B-7E28-E366-687F-A197A2EC45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6F4F25-65E4-3A6D-97E2-32EF396800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90AE0-150F-4B70-8E43-8E4976767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86585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B9FE1C-859D-2857-DDB1-0647595117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E8714A-2C98-5B95-9336-9EA5B796BC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84214F3-EC79-61BC-7D9C-4F194A79FF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531B14-F832-5CB9-9887-5C5FB28CC6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06ADF-130A-4EE9-BF7A-7391C22933F6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C1EE5BD-507A-353E-52F9-A753D1CE46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55F285-7269-ED7F-7469-E912875D80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90AE0-150F-4B70-8E43-8E4976767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69733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3BAEE1-44BC-0EC7-C1EB-6C4110C7DF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EAD776E-5982-147A-117C-B50DC019E67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386F07E-BAB3-1705-3C79-368299BC27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CF9324-B58E-B8D8-D0DA-5A36B74DD3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06ADF-130A-4EE9-BF7A-7391C22933F6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B37E76E-25EB-0AB3-6842-6970C7AE98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6116AD-D76C-2558-A652-06D103ABA2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90AE0-150F-4B70-8E43-8E4976767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28009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C6204F-D122-27C9-090E-42FC8AF08A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6F1615F-858B-AEFF-C7CF-3421CE0151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8EE5AF-DE31-5F99-ED57-439E21AAAF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06ADF-130A-4EE9-BF7A-7391C22933F6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D5A380-E2F2-B1AF-0759-DA66F788E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51CFAB-1B57-D8DA-9D28-F48AE83E9C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90AE0-150F-4B70-8E43-8E4976767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57301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D252860-0AF7-5AD0-FC1A-F0F7C7D49B6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0CCD87F-ED33-3366-FB71-BF447F0FA55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DD05CC-BFAE-4598-2B14-715A5CA8F0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06ADF-130A-4EE9-BF7A-7391C22933F6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B40842-DBF5-EDB4-199D-93F4C8AFEB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BEBF08-6E14-6701-3F45-7D7E158A21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90AE0-150F-4B70-8E43-8E4976767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43663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B6A5D77-A0A2-8A52-2947-4EBC405A8C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7C1375-CAB9-E2AA-1717-3FCDE62D9B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42EC21-C9BE-5113-F6E0-5F2D9831D39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4A06ADF-130A-4EE9-BF7A-7391C22933F6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2B3C76-6C60-2408-276B-3733231AD7C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2067AB-4761-7DA8-277A-E5F7A6564C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6790AE0-150F-4B70-8E43-8E4976767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51850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0C09E288-CB9B-3660-66A6-85C2B1FC54AA}"/>
              </a:ext>
            </a:extLst>
          </p:cNvPr>
          <p:cNvSpPr txBox="1"/>
          <p:nvPr/>
        </p:nvSpPr>
        <p:spPr>
          <a:xfrm>
            <a:off x="0" y="674400"/>
            <a:ext cx="12192000" cy="5509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chemeClr val="accent3"/>
                </a:solidFill>
              </a:rPr>
              <a:t>&gt;&gt; IN THE NAME OF ALLAH, THE MOST GRACIOUS, THE MOST MERCIFUL &lt;&lt;</a:t>
            </a:r>
          </a:p>
          <a:p>
            <a:pPr algn="ctr"/>
            <a:r>
              <a:rPr lang="en-US" sz="8000" b="1" dirty="0">
                <a:solidFill>
                  <a:schemeClr val="accent5"/>
                </a:solidFill>
              </a:rPr>
              <a:t>MODELING OF PENDULUM MDOF STRUCTURE USING OPENSEES</a:t>
            </a:r>
          </a:p>
          <a:p>
            <a:pPr algn="ctr"/>
            <a:r>
              <a:rPr lang="en-US" sz="1600" b="1" dirty="0">
                <a:solidFill>
                  <a:schemeClr val="accent3"/>
                </a:solidFill>
              </a:rPr>
              <a:t>WRITTEN BY SALAR DELAVAR GHASHGHAEI (QASHQAI)  </a:t>
            </a:r>
          </a:p>
        </p:txBody>
      </p:sp>
    </p:spTree>
    <p:extLst>
      <p:ext uri="{BB962C8B-B14F-4D97-AF65-F5344CB8AC3E}">
        <p14:creationId xmlns:p14="http://schemas.microsoft.com/office/powerpoint/2010/main" val="29135483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A4D527-182C-3B60-4E09-421863039E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74D6621-93A7-5E4F-905B-7D726C338B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1148" y="320040"/>
            <a:ext cx="7769704" cy="6217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53384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9E6110-A4AD-6FEA-DA6F-22C149E5DF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845F946-AF0A-A325-1979-AF7F5DE481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0656" y="636459"/>
            <a:ext cx="9343185" cy="594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50694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86B893-5C50-A71F-EA6A-38581BA598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1607F1C-A495-1B42-89E5-2EBF5F0FAE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9612"/>
            <a:ext cx="12192000" cy="65387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13392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E250B2-C19A-2037-46F8-D986564317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FDC40D7-1725-AD30-CA64-7142E2E434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3386" y="285750"/>
            <a:ext cx="11325225" cy="390525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F6F3967-0741-154F-FDFB-BF0FF6B1F9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19473" y="4462462"/>
            <a:ext cx="5353050" cy="1790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43106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3BF7EA-DC27-756F-9EAA-CFEC55CAA4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716F45C-3451-53FC-3675-5A85519539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8571" y="228600"/>
            <a:ext cx="9174858" cy="640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19766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BB747D-C242-C233-BB80-0E3F1F912E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5D27274-930E-F926-0307-7FA46DD916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163" y="1619157"/>
            <a:ext cx="10684297" cy="4206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33621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FA7204-AE1B-B8FB-0718-96B6C59342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41923C0-CA0B-F803-E642-DDC6202439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4820" y="936497"/>
            <a:ext cx="7982360" cy="4985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60856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1405DC-30D5-BF23-D21A-2C3BAD54B0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0B12606-E233-799C-D783-5AD8A216EF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6278" y="936497"/>
            <a:ext cx="7639443" cy="4985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22506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1E92CD-4A0A-F28C-296D-AB2A857BE0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8668919-404F-EEF3-088E-8E0D605D74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7414" y="936497"/>
            <a:ext cx="9157171" cy="4985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78858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BC875F-2033-3F42-D03A-1D0AAADBF0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F00C9BA-DC91-4663-BD8D-4DC63F7A50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9928" y="936497"/>
            <a:ext cx="7652143" cy="4985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18495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5E5CA8-40F5-E0FD-F6CE-DD0E34FAE9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405F9C0-785D-5790-651D-7FDA01794D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9881" y="0"/>
            <a:ext cx="1033223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32210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FCDF46-10CD-2617-2D90-ACB296357D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27DB726-3CAF-3AC4-B279-A880069F91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9941" y="0"/>
            <a:ext cx="883211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755532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F319A2-06C7-15A5-4AD4-83251B66D0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4A7F7C9-D375-F0C5-9B04-C519DA582C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9941" y="0"/>
            <a:ext cx="883211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608740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585D3C-7E23-D618-FA72-DBA2868633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802BC50-2709-212A-58B3-BFA8476FD5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0959" y="228600"/>
            <a:ext cx="8130082" cy="640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965041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94121E-0FFB-EB70-720F-A892AE294A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90053C6-9FC0-0358-F845-47913032FB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3100" y="228600"/>
            <a:ext cx="8285799" cy="640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361548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658790-636C-F775-246E-65560FAC05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C57E0A2-5B59-F8D5-3443-B8A6776035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0959" y="228600"/>
            <a:ext cx="8130082" cy="640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292419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A1716A-E838-7BB0-9903-8520C1E521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524A80D-2DB0-2D98-0B85-70113F67CC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8361" y="228600"/>
            <a:ext cx="8515277" cy="640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456107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5EF10D-5E88-CC8F-F1C0-3341557F1A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9E4ED6C0-4A89-71ED-66EA-B05A71A67E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1497" y="228600"/>
            <a:ext cx="8243578" cy="640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8384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127</TotalTime>
  <Words>30</Words>
  <Application>Microsoft Office PowerPoint</Application>
  <PresentationFormat>Widescreen</PresentationFormat>
  <Paragraphs>3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salar dq</dc:creator>
  <cp:lastModifiedBy>salar dq</cp:lastModifiedBy>
  <cp:revision>75</cp:revision>
  <cp:lastPrinted>2026-01-11T12:08:07Z</cp:lastPrinted>
  <dcterms:created xsi:type="dcterms:W3CDTF">2025-07-19T22:10:00Z</dcterms:created>
  <dcterms:modified xsi:type="dcterms:W3CDTF">2026-02-17T10:35:14Z</dcterms:modified>
</cp:coreProperties>
</file>