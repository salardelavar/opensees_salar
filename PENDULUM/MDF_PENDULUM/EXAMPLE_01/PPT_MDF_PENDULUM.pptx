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19" r:id="rId16"/>
    <p:sldId id="320" r:id="rId17"/>
    <p:sldId id="321" r:id="rId18"/>
    <p:sldId id="322" r:id="rId19"/>
    <p:sldId id="33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4D6621-93A7-5E4F-905B-7D726C338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48" y="320040"/>
            <a:ext cx="7769704" cy="621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607F1C-A495-1B42-89E5-2EBF5F0FA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612"/>
            <a:ext cx="12192000" cy="653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DB726-3CAF-3AC4-B279-A880069F9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A7F7C9-D375-F0C5-9B04-C519DA582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2BC50-2709-212A-58B3-BFA8476FD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D99646-E80E-98ED-805E-24225849A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6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57E0A2-5B59-F8D5-3443-B8A677603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24A80D-2DB0-2D98-0B85-70113F67C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61" y="228600"/>
            <a:ext cx="8515277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F10D-5E88-CC8F-F1C0-3341557F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8507A3-9647-1C1B-0A11-EB3A22F37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772" y="228600"/>
            <a:ext cx="82435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30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74</cp:revision>
  <cp:lastPrinted>2026-01-11T12:08:07Z</cp:lastPrinted>
  <dcterms:created xsi:type="dcterms:W3CDTF">2025-07-19T22:10:00Z</dcterms:created>
  <dcterms:modified xsi:type="dcterms:W3CDTF">2026-02-17T03:54:47Z</dcterms:modified>
</cp:coreProperties>
</file>