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24" r:id="rId4"/>
    <p:sldId id="316" r:id="rId5"/>
    <p:sldId id="317" r:id="rId6"/>
    <p:sldId id="259" r:id="rId7"/>
    <p:sldId id="323" r:id="rId8"/>
    <p:sldId id="325" r:id="rId9"/>
    <p:sldId id="326" r:id="rId10"/>
    <p:sldId id="327" r:id="rId11"/>
    <p:sldId id="328" r:id="rId12"/>
    <p:sldId id="329" r:id="rId13"/>
    <p:sldId id="258" r:id="rId14"/>
    <p:sldId id="260" r:id="rId15"/>
    <p:sldId id="319" r:id="rId16"/>
    <p:sldId id="320" r:id="rId17"/>
    <p:sldId id="321" r:id="rId18"/>
    <p:sldId id="322" r:id="rId19"/>
    <p:sldId id="33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674400"/>
            <a:ext cx="12192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8000" b="1" dirty="0">
                <a:solidFill>
                  <a:schemeClr val="accent5"/>
                </a:solidFill>
              </a:rPr>
              <a:t>MODELING OF PENDULUM MDOF STRUCTURE USING OPENSEES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727AB79-133F-2D34-7E76-692544011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4282" y="274320"/>
            <a:ext cx="7283436" cy="630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E6110-A4AD-6FEA-DA6F-22C149E5D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45F946-AF0A-A325-1979-AF7F5DE48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56" y="636459"/>
            <a:ext cx="93431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069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6B893-5C50-A71F-EA6A-38581BA59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607F1C-A495-1B42-89E5-2EBF5F0FA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612"/>
            <a:ext cx="12192000" cy="653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339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50B2-C19A-2037-46F8-D98656431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DC40D7-1725-AD30-CA64-7142E2E43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" y="285750"/>
            <a:ext cx="11325225" cy="3905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6F3967-0741-154F-FDFB-BF0FF6B1F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473" y="4462462"/>
            <a:ext cx="53530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310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16F45C-3451-53FC-3675-5A8551953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571" y="228600"/>
            <a:ext cx="917485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B747D-C242-C233-BB80-0E3F1F912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D27274-930E-F926-0307-7FA46DD916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163" y="1619157"/>
            <a:ext cx="10684297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62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A7204-AE1B-B8FB-0718-96B6C593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1923C0-CA0B-F803-E642-DDC620243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820" y="936497"/>
            <a:ext cx="798236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85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05DC-30D5-BF23-D21A-2C3BAD54B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B12606-E233-799C-D783-5AD8A216E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278" y="936497"/>
            <a:ext cx="76394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50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CD-4A0A-F28C-296D-AB2A857B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668919-404F-EEF3-088E-8E0D605D7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414" y="936497"/>
            <a:ext cx="915717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885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C875F-2033-3F42-D03A-1D0AAADB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00C9BA-DC91-4663-BD8D-4DC63F7A5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928" y="936497"/>
            <a:ext cx="76521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849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E5CA8-40F5-E0FD-F6CE-DD0E34FAE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05F9C0-785D-5790-651D-7FDA01794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22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7DB726-3CAF-3AC4-B279-A880069F91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A7F7C9-D375-F0C5-9B04-C519DA582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85D3C-7E23-D618-FA72-DBA286863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2BC50-2709-212A-58B3-BFA8476FD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959" y="228600"/>
            <a:ext cx="8130082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650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4121E-0FFB-EB70-720F-A892AE294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0053C6-9FC0-0358-F845-47913032F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100" y="228600"/>
            <a:ext cx="828579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6154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58790-636C-F775-246E-65560FAC0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57E0A2-5B59-F8D5-3443-B8A677603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959" y="228600"/>
            <a:ext cx="8130082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924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1716A-E838-7BB0-9903-8520C1E52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24A80D-2DB0-2D98-0B85-70113F67C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361" y="228600"/>
            <a:ext cx="8515277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610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EF10D-5E88-CC8F-F1C0-3341557F1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4ED6C0-4A89-71ED-66EA-B05A71A67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497" y="228600"/>
            <a:ext cx="824357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38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30</Words>
  <Application>Microsoft Office PowerPoint</Application>
  <PresentationFormat>Widescreen</PresentationFormat>
  <Paragraphs>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76</cp:revision>
  <cp:lastPrinted>2026-01-11T12:08:07Z</cp:lastPrinted>
  <dcterms:created xsi:type="dcterms:W3CDTF">2025-07-19T22:10:00Z</dcterms:created>
  <dcterms:modified xsi:type="dcterms:W3CDTF">2026-02-18T05:09:11Z</dcterms:modified>
</cp:coreProperties>
</file>