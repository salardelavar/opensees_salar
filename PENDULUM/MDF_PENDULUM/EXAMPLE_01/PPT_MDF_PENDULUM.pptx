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19" r:id="rId16"/>
    <p:sldId id="320" r:id="rId17"/>
    <p:sldId id="321" r:id="rId18"/>
    <p:sldId id="322" r:id="rId19"/>
    <p:sldId id="33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PENDULUM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4D6621-93A7-5E4F-905B-7D726C338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48" y="320040"/>
            <a:ext cx="7769704" cy="621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5F946-AF0A-A325-1979-AF7F5DE48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56" y="636459"/>
            <a:ext cx="93431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BDC722-A055-7B8F-0448-913FD67D5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538"/>
            <a:ext cx="12192000" cy="656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27274-930E-F926-0307-7FA46DD91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63" y="1619157"/>
            <a:ext cx="10684297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923C0-CA0B-F803-E642-DDC6202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B12606-E233-799C-D783-5AD8A216E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78" y="936497"/>
            <a:ext cx="76394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668919-404F-EEF3-088E-8E0D605D7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0C9BA-DC91-4663-BD8D-4DC63F7A5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28" y="936497"/>
            <a:ext cx="76521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05F9C0-785D-5790-651D-7FDA0179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6483F3-1E0A-341D-F66E-CCC2A2B3D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7A5F88-E1A4-22F4-359B-4268BCE5E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0FEDBC-FCD6-101D-0E98-40381DDBA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883" y="411480"/>
            <a:ext cx="7758234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F4E8FB-7A3A-324E-B3CA-FED29C16C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421" y="411480"/>
            <a:ext cx="7905058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EA8388-D27C-C214-AF1D-1DBF7AAA6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35" y="411480"/>
            <a:ext cx="7812329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578E72-C21A-BCBD-8F9F-1408CBF2C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204" y="502920"/>
            <a:ext cx="7575591" cy="58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EF10D-5E88-CC8F-F1C0-3341557F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E6C93B4-3C29-F0CE-3FFA-5A2A08CA2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778" y="502920"/>
            <a:ext cx="7626444" cy="58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8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30</Words>
  <Application>Microsoft Office PowerPoint</Application>
  <PresentationFormat>Widescreen</PresentationFormat>
  <Paragraphs>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73</cp:revision>
  <cp:lastPrinted>2026-01-11T12:08:07Z</cp:lastPrinted>
  <dcterms:created xsi:type="dcterms:W3CDTF">2025-07-19T22:10:00Z</dcterms:created>
  <dcterms:modified xsi:type="dcterms:W3CDTF">2026-02-16T05:51:05Z</dcterms:modified>
</cp:coreProperties>
</file>