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31" r:id="rId5"/>
    <p:sldId id="333" r:id="rId6"/>
    <p:sldId id="332" r:id="rId7"/>
    <p:sldId id="335" r:id="rId8"/>
    <p:sldId id="260" r:id="rId9"/>
    <p:sldId id="316" r:id="rId10"/>
    <p:sldId id="319" r:id="rId11"/>
    <p:sldId id="320" r:id="rId12"/>
    <p:sldId id="321" r:id="rId13"/>
    <p:sldId id="322" r:id="rId14"/>
    <p:sldId id="33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2D DOUBLE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THIS PROGRAM WRITTEN BY MICHAEL H. SCOTT AND MODIFIED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4C0C8-26C3-2E03-16E9-5B53397D1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57" y="14714"/>
            <a:ext cx="10714286" cy="6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03749C-87BE-8B52-A86C-8F56F731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F5CE-EE29-A413-9109-3127E6236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45C3C4-5D7A-F502-9748-EC01BE99C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68" y="0"/>
            <a:ext cx="8582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94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DD00-FF0C-B808-2665-D85FE4A34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E80842-728D-F1C7-B829-97E4B56EC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957" y="0"/>
            <a:ext cx="8586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7B9A-2927-43BC-4E70-05DC3FC5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D9038-A3F8-8BCF-118B-B7B888A77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28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99BF-157C-D258-37E7-206D3344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C42364-066A-6C92-C7F7-0D08524A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17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FB95D1-0DCD-7A32-A781-F4364639B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648ED-BA95-E0A5-D7D2-87B26B829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ED2D53-D3CE-6AD8-1A03-644449899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238BF1-6034-E109-24B2-E4FAFC9B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23" y="228600"/>
            <a:ext cx="8744754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B030DD-95FD-8848-AC44-DD2A8AE4A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6" y="228600"/>
            <a:ext cx="864640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285ABD-9F45-D8B1-E0B1-A1984D14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D76A-CABC-4DEC-B8B3-5438904EF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D23C1-1C78-39D9-21BF-7323FBED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749" y="228600"/>
            <a:ext cx="850450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67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41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87</cp:revision>
  <cp:lastPrinted>2026-02-17T17:19:00Z</cp:lastPrinted>
  <dcterms:created xsi:type="dcterms:W3CDTF">2025-07-19T22:10:00Z</dcterms:created>
  <dcterms:modified xsi:type="dcterms:W3CDTF">2026-02-26T00:05:51Z</dcterms:modified>
</cp:coreProperties>
</file>