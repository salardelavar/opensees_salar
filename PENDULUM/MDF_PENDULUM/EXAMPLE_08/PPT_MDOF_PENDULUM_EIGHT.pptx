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16" r:id="rId4"/>
    <p:sldId id="317" r:id="rId5"/>
    <p:sldId id="338" r:id="rId6"/>
    <p:sldId id="258" r:id="rId7"/>
    <p:sldId id="260" r:id="rId8"/>
    <p:sldId id="331" r:id="rId9"/>
    <p:sldId id="320" r:id="rId10"/>
    <p:sldId id="332" r:id="rId11"/>
    <p:sldId id="339" r:id="rId12"/>
    <p:sldId id="340" r:id="rId13"/>
    <p:sldId id="341" r:id="rId14"/>
    <p:sldId id="34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DB00F6-CA25-0A5C-F273-607C28645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8" y="502920"/>
            <a:ext cx="11385484" cy="58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3110C3-489E-DAED-5C8B-99F262778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71" y="936497"/>
            <a:ext cx="791885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EC5DD-D60B-E56D-C5EC-B11BEC985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05AD89-322A-2EA2-7E83-3297E9C6F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066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F1EA77-7A74-52D8-3027-E41F74F38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185" y="0"/>
            <a:ext cx="8513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0C60B8-8108-0340-D741-577002D76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933"/>
            <a:ext cx="12192000" cy="660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8865-F33F-B68C-C10C-7A57F7D1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9C725B-AB18-35D6-C41D-AE3FB22BB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30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8F6C40-15C1-8A0C-8A65-FCC3271BE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43D6-DFC5-E0F0-BE04-1E54412A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BCDF97-25E7-6504-9A50-F59E294D9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74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C6D18-4071-0022-1C8D-D7A11180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8FD838-166B-306A-B0DB-EC835C9FF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27" y="228600"/>
            <a:ext cx="83841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70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F50FC-4850-2E05-113E-5D9B86D2B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DE4E7D-0C12-8D94-EC87-6154052BA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21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4B2E0-9762-5810-3B0E-5E0DA261B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81D66F-56D6-191E-BFF7-652B18EDD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177" y="228600"/>
            <a:ext cx="81956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244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0CD22-D5F2-ACC7-6718-D9D6DA8EC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AA1067-EDAD-FC3F-6941-4FC4DE53B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87" y="228600"/>
            <a:ext cx="8341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80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30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109</cp:revision>
  <cp:lastPrinted>2026-02-17T04:09:28Z</cp:lastPrinted>
  <dcterms:created xsi:type="dcterms:W3CDTF">2025-07-19T22:10:00Z</dcterms:created>
  <dcterms:modified xsi:type="dcterms:W3CDTF">2026-03-27T12:25:38Z</dcterms:modified>
</cp:coreProperties>
</file>