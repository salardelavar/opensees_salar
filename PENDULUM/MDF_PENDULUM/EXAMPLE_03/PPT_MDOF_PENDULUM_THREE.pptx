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31" r:id="rId5"/>
    <p:sldId id="333" r:id="rId6"/>
    <p:sldId id="332" r:id="rId7"/>
    <p:sldId id="335" r:id="rId8"/>
    <p:sldId id="260" r:id="rId9"/>
    <p:sldId id="316" r:id="rId10"/>
    <p:sldId id="319" r:id="rId11"/>
    <p:sldId id="320" r:id="rId12"/>
    <p:sldId id="321" r:id="rId13"/>
    <p:sldId id="322" r:id="rId14"/>
    <p:sldId id="33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2D DOUBLE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THIS PROGRAM WRITTEN BY MICHAEL H. SCOTT AND MODIFIED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68FDA3-9870-2C24-18B9-FD0EEECA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095" y="181381"/>
            <a:ext cx="7923809" cy="6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226170-75F7-2C7D-A179-9B95671D8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F5CE-EE29-A413-9109-3127E6236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DDD4E-CEAA-66F9-D486-8F80DAD4C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68" y="0"/>
            <a:ext cx="85824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94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DD00-FF0C-B808-2665-D85FE4A3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38F48-A091-1736-E603-C604A2CB4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7B9A-2927-43BC-4E70-05DC3FC5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0B5E91-7508-A8EB-0C5C-BED72F96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89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99BF-157C-D258-37E7-206D33440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D25A33-3D4E-96DB-CD5B-6ADBEC036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17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C64D5-2A9E-E183-51B8-F445AF6C4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E83F15-4D1B-796F-9691-28D56FA9B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417A3-1C8B-FC6F-4833-8F2E01AA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AF24F-11D3-3645-E3E7-DFE185228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242" y="228600"/>
            <a:ext cx="844151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FE733-ABEC-2565-3303-1CD17412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796" y="228600"/>
            <a:ext cx="864640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99DAE-D89A-11A8-3EC2-4D4CB2601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764" y="228600"/>
            <a:ext cx="814647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ED76A-CABC-4DEC-B8B3-5438904E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117AEC-3372-8B05-B906-B8DD6C698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49" y="228600"/>
            <a:ext cx="839850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67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41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85</cp:revision>
  <cp:lastPrinted>2026-02-17T17:19:00Z</cp:lastPrinted>
  <dcterms:created xsi:type="dcterms:W3CDTF">2025-07-19T22:10:00Z</dcterms:created>
  <dcterms:modified xsi:type="dcterms:W3CDTF">2026-02-18T03:03:14Z</dcterms:modified>
</cp:coreProperties>
</file>