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24" r:id="rId4"/>
    <p:sldId id="316" r:id="rId5"/>
    <p:sldId id="317" r:id="rId6"/>
    <p:sldId id="259" r:id="rId7"/>
    <p:sldId id="323" r:id="rId8"/>
    <p:sldId id="325" r:id="rId9"/>
    <p:sldId id="326" r:id="rId10"/>
    <p:sldId id="327" r:id="rId11"/>
    <p:sldId id="328" r:id="rId12"/>
    <p:sldId id="329" r:id="rId13"/>
    <p:sldId id="258" r:id="rId14"/>
    <p:sldId id="260" r:id="rId15"/>
    <p:sldId id="331" r:id="rId16"/>
    <p:sldId id="319" r:id="rId17"/>
    <p:sldId id="338" r:id="rId18"/>
    <p:sldId id="320" r:id="rId19"/>
    <p:sldId id="332" r:id="rId20"/>
    <p:sldId id="333" r:id="rId21"/>
    <p:sldId id="334" r:id="rId22"/>
    <p:sldId id="335" r:id="rId23"/>
    <p:sldId id="321" r:id="rId24"/>
    <p:sldId id="322" r:id="rId25"/>
    <p:sldId id="336" r:id="rId26"/>
    <p:sldId id="33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D0563-D324-473F-BA70-CB29AF22663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749CF-463B-41F6-AEB5-735926F8D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9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2749CF-463B-41F6-AEB5-735926F8D71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66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2A8D1-01D5-4835-D83A-E02427F52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685417"/>
            <a:ext cx="12155596" cy="5487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059697-14BE-D489-3C07-AB2BF7E86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143" y="5767821"/>
            <a:ext cx="3742857" cy="809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640863-4CC9-4253-0713-B1987B7CB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29" y="428725"/>
            <a:ext cx="3266667" cy="1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6110-A4AD-6FEA-DA6F-22C149E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45F946-AF0A-A325-1979-AF7F5DE48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56" y="636459"/>
            <a:ext cx="934318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6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5DE608-E331-4A62-68F5-6324D5F46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71E16E-2D32-B9D5-930F-E0362617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747D-C242-C233-BB80-0E3F1F91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27274-930E-F926-0307-7FA46DD91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63" y="1619157"/>
            <a:ext cx="10684297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6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7204-AE1B-B8FB-0718-96B6C593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923C0-CA0B-F803-E642-DDC62024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20" y="936497"/>
            <a:ext cx="79823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8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05DC-30D5-BF23-D21A-2C3BAD54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B12606-E233-799C-D783-5AD8A216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78" y="936497"/>
            <a:ext cx="76394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5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92CD-4A0A-F28C-296D-AB2A857B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668919-404F-EEF3-088E-8E0D605D7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414" y="936497"/>
            <a:ext cx="915717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875F-2033-3F42-D03A-1D0AAADB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00C9BA-DC91-4663-BD8D-4DC63F7A5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28" y="936497"/>
            <a:ext cx="76521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4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5CA8-40F5-E0FD-F6CE-DD0E34FA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05F9C0-785D-5790-651D-7FDA0179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39008-6AFA-3B6C-9509-33B92E8D1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4F4123-4667-A555-0CFD-A0DACD55D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8865-F33F-B68C-C10C-7A57F7D1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FD5551-61AB-D5B8-931C-9CC2F5DCC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30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E7F23F-B04B-8AC3-9E0F-7635938E3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910F-84A4-8643-2CB9-675F89D00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342-E1EB-24AA-AD94-FE264A641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0" y="228600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782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747AE3-D5F8-5D5F-776C-DC787D2B8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513" y="228600"/>
            <a:ext cx="833497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43D6-DFC5-E0F0-BE04-1E54412A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026F40-8A76-645C-7362-2F5776F61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513" y="228600"/>
            <a:ext cx="833497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74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E8FE5-4183-5CFB-52FE-06909911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914014-0921-18EC-F4C5-AA6C08637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068" y="228600"/>
            <a:ext cx="847429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66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C2BD0-4EB8-7D94-31C4-13A9B5CE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9DD2E2-014B-489C-7F4D-82640808E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0" y="228600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19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CF87-385C-031D-DA7F-2541561A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A33FDB-A70C-488A-E7F3-6CEAFC76E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0" y="228600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09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E36267-AAA3-9F9B-EFC9-49B759E0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59" y="228600"/>
            <a:ext cx="813008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1CF6D-E9EC-02E4-FA1A-56E352893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513" y="228600"/>
            <a:ext cx="833497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52D71-D74B-9C2C-8E28-DB873E5F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27914E-4B4F-42F0-91C9-D6BDC568D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49" y="228600"/>
            <a:ext cx="829250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14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BF8A-6A9C-1795-E446-F9A9454F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0C0DBD-BCC7-DF8A-1BE1-61B016429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48" y="228600"/>
            <a:ext cx="8610504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3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31</Words>
  <Application>Microsoft Office PowerPoint</Application>
  <PresentationFormat>Widescreen</PresentationFormat>
  <Paragraphs>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99</cp:revision>
  <cp:lastPrinted>2026-02-28T19:25:50Z</cp:lastPrinted>
  <dcterms:created xsi:type="dcterms:W3CDTF">2025-07-19T22:10:00Z</dcterms:created>
  <dcterms:modified xsi:type="dcterms:W3CDTF">2026-03-07T17:35:05Z</dcterms:modified>
</cp:coreProperties>
</file>