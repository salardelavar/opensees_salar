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43" r:id="rId4"/>
    <p:sldId id="316" r:id="rId5"/>
    <p:sldId id="317" r:id="rId6"/>
    <p:sldId id="338" r:id="rId7"/>
    <p:sldId id="258" r:id="rId8"/>
    <p:sldId id="331" r:id="rId9"/>
    <p:sldId id="320" r:id="rId10"/>
    <p:sldId id="332" r:id="rId11"/>
    <p:sldId id="339" r:id="rId12"/>
    <p:sldId id="340" r:id="rId13"/>
    <p:sldId id="341" r:id="rId14"/>
    <p:sldId id="34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34BC1A-CE17-3E10-992A-097FEC26C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93BD-DD4D-32A7-3B2F-2BADC5B3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B62438-EC55-0B01-FF77-C3C6E65D7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106" y="0"/>
            <a:ext cx="8291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3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3110C3-489E-DAED-5C8B-99F262778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71" y="936497"/>
            <a:ext cx="791885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EC5DD-D60B-E56D-C5EC-B11BEC98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D17640-A7CB-3EFE-28F2-27152F9F0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6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5013E-C808-DD19-77BC-57793522D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8865-F33F-B68C-C10C-7A57F7D1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B455D2-3EF3-8F24-E373-FC8FE8F9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3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005D59-8587-A249-C678-C41CDBBA9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43D6-DFC5-E0F0-BE04-1E54412A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B7A685-551B-F218-E2A3-294ABD2D5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85" y="228600"/>
            <a:ext cx="822842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74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C6D18-4071-0022-1C8D-D7A11180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7AE8C4-10D6-B5DF-A055-71B33168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27" y="228600"/>
            <a:ext cx="83841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7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F50FC-4850-2E05-113E-5D9B86D2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D70831-B55C-2ECB-19AC-870C12510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166" y="228600"/>
            <a:ext cx="853166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21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B2E0-9762-5810-3B0E-5E0DA261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E5FF4-B4DA-3654-4AEF-1199C9A8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785" y="228600"/>
            <a:ext cx="822842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44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CD22-D5F2-ACC7-6718-D9D6DA8E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662F4-9C2A-D8A8-32D3-3941AAF9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87" y="228600"/>
            <a:ext cx="8341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80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30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110</cp:revision>
  <cp:lastPrinted>2026-02-17T04:09:28Z</cp:lastPrinted>
  <dcterms:created xsi:type="dcterms:W3CDTF">2025-07-19T22:10:00Z</dcterms:created>
  <dcterms:modified xsi:type="dcterms:W3CDTF">2026-03-27T12:46:04Z</dcterms:modified>
</cp:coreProperties>
</file>