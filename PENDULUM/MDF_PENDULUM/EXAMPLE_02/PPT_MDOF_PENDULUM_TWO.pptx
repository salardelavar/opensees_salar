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4" r:id="rId4"/>
    <p:sldId id="316" r:id="rId5"/>
    <p:sldId id="317" r:id="rId6"/>
    <p:sldId id="259" r:id="rId7"/>
    <p:sldId id="323" r:id="rId8"/>
    <p:sldId id="325" r:id="rId9"/>
    <p:sldId id="326" r:id="rId10"/>
    <p:sldId id="327" r:id="rId11"/>
    <p:sldId id="328" r:id="rId12"/>
    <p:sldId id="329" r:id="rId13"/>
    <p:sldId id="258" r:id="rId14"/>
    <p:sldId id="260" r:id="rId15"/>
    <p:sldId id="331" r:id="rId16"/>
    <p:sldId id="319" r:id="rId17"/>
    <p:sldId id="320" r:id="rId18"/>
    <p:sldId id="332" r:id="rId19"/>
    <p:sldId id="333" r:id="rId20"/>
    <p:sldId id="334" r:id="rId21"/>
    <p:sldId id="335" r:id="rId22"/>
    <p:sldId id="321" r:id="rId23"/>
    <p:sldId id="322" r:id="rId24"/>
    <p:sldId id="336" r:id="rId25"/>
    <p:sldId id="33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655156-608F-247A-FE44-CED7F2BE4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053" y="342119"/>
            <a:ext cx="9821893" cy="61737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82A5DF-E882-BD96-B268-8C56F800B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421" y="5424538"/>
            <a:ext cx="3742857" cy="8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A47DD-DE61-109C-265B-C2152290F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49" y="623938"/>
            <a:ext cx="3133333" cy="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5F946-AF0A-A325-1979-AF7F5DE4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56" y="636459"/>
            <a:ext cx="934318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5E52B-6102-ED51-5CEB-6CAA85DCA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32B455-C81A-143C-EDD4-6385DF6C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747D-C242-C233-BB80-0E3F1F91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27274-930E-F926-0307-7FA46DD91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63" y="1619157"/>
            <a:ext cx="10684297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7204-AE1B-B8FB-0718-96B6C593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923C0-CA0B-F803-E642-DDC62024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936497"/>
            <a:ext cx="79823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05DC-30D5-BF23-D21A-2C3BAD54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12606-E233-799C-D783-5AD8A216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78" y="936497"/>
            <a:ext cx="76394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5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2CD-4A0A-F28C-296D-AB2A857B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668919-404F-EEF3-088E-8E0D605D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936497"/>
            <a:ext cx="915717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875F-2033-3F42-D03A-1D0AAADB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0C9BA-DC91-4663-BD8D-4DC63F7A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8" y="936497"/>
            <a:ext cx="76521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5CA8-40F5-E0FD-F6CE-DD0E34FA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05F9C0-785D-5790-651D-7FDA0179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D4F7C6-6A31-D46B-2CA7-DCF416896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D82E7-5AB0-3DC7-5756-0E2C80005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8865-F33F-B68C-C10C-7A57F7D1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97BD61-05E5-2386-CA11-24FD6B34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30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FD1A80-ED6E-28F9-4C38-91E827954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167" y="334833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19AC7C-B041-9567-9249-6E9B22E4C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59" y="228600"/>
            <a:ext cx="813008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3D6-DFC5-E0F0-BE04-1E54412A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70241C-33F3-5808-3B83-D2136645F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122" y="228600"/>
            <a:ext cx="836775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74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8FE5-4183-5CFB-52FE-06909911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848EA5-E845-18C9-115D-C1E8725D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242" y="120521"/>
            <a:ext cx="844151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66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2BD0-4EB8-7D94-31C4-13A9B5CE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C836D8-2386-8250-491B-8E174FAC5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19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CF87-385C-031D-DA7F-2541561A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B2CE48-7F27-7BAE-11C0-D73BBC5E1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334834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09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963F0C-9B3D-1583-AE92-E5AF3AFD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BF421F-EE63-5DFE-359B-08E6C598D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622" y="228600"/>
            <a:ext cx="799075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52D71-D74B-9C2C-8E28-DB873E5F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71920E-DABF-848F-EC79-72D0C35E5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49" y="228600"/>
            <a:ext cx="829250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14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BF8A-6A9C-1795-E446-F9A9454F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D20047-F62F-4CDA-30EC-C9D1A21CF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70" y="336422"/>
            <a:ext cx="839850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30</Words>
  <Application>Microsoft Office PowerPoint</Application>
  <PresentationFormat>Widescreen</PresentationFormat>
  <Paragraphs>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86</cp:revision>
  <cp:lastPrinted>2026-02-17T04:09:28Z</cp:lastPrinted>
  <dcterms:created xsi:type="dcterms:W3CDTF">2025-07-19T22:10:00Z</dcterms:created>
  <dcterms:modified xsi:type="dcterms:W3CDTF">2026-03-07T13:52:01Z</dcterms:modified>
</cp:coreProperties>
</file>