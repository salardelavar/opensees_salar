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324" r:id="rId4"/>
    <p:sldId id="316" r:id="rId5"/>
    <p:sldId id="317" r:id="rId6"/>
    <p:sldId id="259" r:id="rId7"/>
    <p:sldId id="323" r:id="rId8"/>
    <p:sldId id="325" r:id="rId9"/>
    <p:sldId id="326" r:id="rId10"/>
    <p:sldId id="327" r:id="rId11"/>
    <p:sldId id="328" r:id="rId12"/>
    <p:sldId id="329" r:id="rId13"/>
    <p:sldId id="258" r:id="rId14"/>
    <p:sldId id="260" r:id="rId15"/>
    <p:sldId id="331" r:id="rId16"/>
    <p:sldId id="319" r:id="rId17"/>
    <p:sldId id="320" r:id="rId18"/>
    <p:sldId id="332" r:id="rId19"/>
    <p:sldId id="333" r:id="rId20"/>
    <p:sldId id="334" r:id="rId21"/>
    <p:sldId id="335" r:id="rId22"/>
    <p:sldId id="321" r:id="rId23"/>
    <p:sldId id="322" r:id="rId24"/>
    <p:sldId id="336" r:id="rId25"/>
    <p:sldId id="337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83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92245-1276-2F9E-D5B0-858A91816B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13E768-FFE3-7815-78D5-91112BB1C6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A52766-3E21-CB4A-82C0-46288AEC9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8DB7A-10EE-3704-B39C-032E9D3BB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E80BD-6007-1289-B37F-A3B86E5A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928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FEE2-115A-A17E-63AD-EFD34DA98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AA150-0100-3322-EFBC-8F7B5070F9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28C0-0033-802C-E79A-7CD6CD0D3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AA8EB8-26C7-9467-044A-CF1E93815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8633F3-E6C8-3F6D-1147-29FF1F871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66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8B423-DAF8-0E0F-6C0E-546719128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A4F5A3-39F5-FE10-BCBD-C93CF8FD6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3D4A-6F8E-6A62-F4E8-B378EEA78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2F05A8-C580-405C-D60E-84001B268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8CABA7-CC78-7F02-3408-DB85F62C3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434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41B7-39C8-823B-CC59-35153E825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50C828-0508-4355-5B68-4317D71ED9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7D2EEB-B816-3A5B-19C1-C0A4D3F574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4C860E-1A81-1092-C9B5-8146CB332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F5232A-29A2-3DAC-A37D-77AB957BF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BE3C4A-2511-851F-7953-1E61C4A06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403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A5D00-0737-CE4A-B8A5-0783B1E36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F921C7-D02F-70CD-8FDC-2822B75DF5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CBED4B-4097-9EA8-D1BA-E0B9658524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B402CB-474E-B23A-B7E7-3C4D4D086E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28195B-E362-8663-33C6-56FE6C3521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95DA75-710F-65B2-961E-30840DF9A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6A42F6-5E2F-5825-1C6B-5BE004698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79B0B2-2C67-56A7-193B-69765CCE9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230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B8F7B-80F7-19C6-B80C-0C0CF3F3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E8FD69-092D-6BDA-D9AF-22CF64AB8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6BE809-34ED-B5F0-8846-FE910F545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A6C6A0-3AE3-102B-A313-9C4E69C47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409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5B8BF-5605-410F-B44F-6B871103D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F9717B-7E28-E366-687F-A197A2EC4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6F4F25-65E4-3A6D-97E2-32EF39680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658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9FE1C-859D-2857-DDB1-064759511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8714A-2C98-5B95-9336-9EA5B796B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4214F3-EC79-61BC-7D9C-4F194A79F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531B14-F832-5CB9-9887-5C5FB28CC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1EE5BD-507A-353E-52F9-A753D1CE4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55F285-7269-ED7F-7469-E912875D8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973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BAEE1-44BC-0EC7-C1EB-6C4110C7D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AD776E-5982-147A-117C-B50DC019E6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86F07E-BAB3-1705-3C79-368299BC27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CF9324-B58E-B8D8-D0DA-5A36B74DD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37E76E-25EB-0AB3-6842-6970C7AE9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116AD-D76C-2558-A652-06D103ABA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800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6204F-D122-27C9-090E-42FC8AF08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F1615F-858B-AEFF-C7CF-3421CE015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8EE5AF-DE31-5F99-ED57-439E21AAA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D5A380-E2F2-B1AF-0759-DA66F788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1CFAB-1B57-D8DA-9D28-F48AE83E9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730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252860-0AF7-5AD0-FC1A-F0F7C7D49B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CCD87F-ED33-3366-FB71-BF447F0FA5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DD05CC-BFAE-4598-2B14-715A5CA8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40842-DBF5-EDB4-199D-93F4C8AFE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EBF08-6E14-6701-3F45-7D7E158A2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366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6A5D77-A0A2-8A52-2947-4EBC405A8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7C1375-CAB9-E2AA-1717-3FCDE62D9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2EC21-C9BE-5113-F6E0-5F2D9831D3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A06ADF-130A-4EE9-BF7A-7391C22933F6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B3C76-6C60-2408-276B-3733231AD7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2067AB-4761-7DA8-277A-E5F7A6564C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185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09E288-CB9B-3660-66A6-85C2B1FC54AA}"/>
              </a:ext>
            </a:extLst>
          </p:cNvPr>
          <p:cNvSpPr txBox="1"/>
          <p:nvPr/>
        </p:nvSpPr>
        <p:spPr>
          <a:xfrm>
            <a:off x="0" y="674400"/>
            <a:ext cx="12192000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3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8000" b="1" dirty="0">
                <a:solidFill>
                  <a:schemeClr val="accent5"/>
                </a:solidFill>
              </a:rPr>
              <a:t>MODELING OF PENDULUM MDOF STRUCTURE USING OPENSEES</a:t>
            </a:r>
          </a:p>
          <a:p>
            <a:pPr algn="ctr"/>
            <a:r>
              <a:rPr lang="en-US" sz="1600" b="1" dirty="0">
                <a:solidFill>
                  <a:schemeClr val="accent3"/>
                </a:solidFill>
              </a:rPr>
              <a:t>WRITTEN BY SALAR DELAVAR GHASHGHAEI (QASHQAI)  </a:t>
            </a:r>
          </a:p>
        </p:txBody>
      </p:sp>
    </p:spTree>
    <p:extLst>
      <p:ext uri="{BB962C8B-B14F-4D97-AF65-F5344CB8AC3E}">
        <p14:creationId xmlns:p14="http://schemas.microsoft.com/office/powerpoint/2010/main" val="2913548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4D527-182C-3B60-4E09-421863039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B655156-608F-247A-FE44-CED7F2BE42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053" y="342119"/>
            <a:ext cx="9821893" cy="6173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338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E6110-A4AD-6FEA-DA6F-22C149E5D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845F946-AF0A-A325-1979-AF7F5DE481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656" y="636459"/>
            <a:ext cx="9343185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50694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6B893-5C50-A71F-EA6A-38581BA59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B5E52B-6102-ED51-5CEB-6CAA85DCA0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722"/>
            <a:ext cx="12192000" cy="6574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3392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250B2-C19A-2037-46F8-D98656431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DC40D7-1725-AD30-CA64-7142E2E434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" y="285750"/>
            <a:ext cx="11325225" cy="39052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F6F3967-0741-154F-FDFB-BF0FF6B1F9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9473" y="4462462"/>
            <a:ext cx="5353050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3106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BF7EA-DC27-756F-9EAA-CFEC55CAA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716F45C-3451-53FC-3675-5A8551953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571" y="228600"/>
            <a:ext cx="9174858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9766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B747D-C242-C233-BB80-0E3F1F912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D27274-930E-F926-0307-7FA46DD916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163" y="1619157"/>
            <a:ext cx="10684297" cy="4206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3621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A7204-AE1B-B8FB-0718-96B6C5934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1923C0-CA0B-F803-E642-DDC6202439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4820" y="936497"/>
            <a:ext cx="7982360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0856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405DC-30D5-BF23-D21A-2C3BAD54B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0B12606-E233-799C-D783-5AD8A216E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6278" y="936497"/>
            <a:ext cx="7639443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2506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E92CD-4A0A-F28C-296D-AB2A857BE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8668919-404F-EEF3-088E-8E0D605D74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414" y="936497"/>
            <a:ext cx="9157171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8858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C875F-2033-3F42-D03A-1D0AAADBF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F00C9BA-DC91-4663-BD8D-4DC63F7A50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9928" y="936497"/>
            <a:ext cx="7652143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18495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E5CA8-40F5-E0FD-F6CE-DD0E34FAE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405F9C0-785D-5790-651D-7FDA01794D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81" y="0"/>
            <a:ext cx="103322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221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CDF46-10CD-2617-2D90-ACB296357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DD4F7C6-6A31-D46B-2CA7-DCF4168968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9941" y="0"/>
            <a:ext cx="88321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5553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319A2-06C7-15A5-4AD4-83251B66D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03D82E7-5AB0-3DC7-5756-0E2C80005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9941" y="0"/>
            <a:ext cx="88321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0874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78865-F33F-B68C-C10C-7A57F7D13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A97BD61-05E5-2386-CA11-24FD6B343E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9941" y="0"/>
            <a:ext cx="88321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9300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85D3C-7E23-D618-FA72-DBA286863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E432E65-E652-8C01-7F0E-D6191304C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1970" y="228600"/>
            <a:ext cx="8548059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6504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4121E-0FFB-EB70-720F-A892AE294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719AC7C-B041-9567-9249-6E9B22E4C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0959" y="228600"/>
            <a:ext cx="8130082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6154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BA43D6-DFC5-E0F0-BE04-1E54412A5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470241C-33F3-5808-3B83-D2136645F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2122" y="228600"/>
            <a:ext cx="8367755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1746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E8FE5-4183-5CFB-52FE-06909911E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5848EA5-E845-18C9-115D-C1E8725DB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242" y="120521"/>
            <a:ext cx="8441516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9664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C2BD0-4EB8-7D94-31C4-13A9B5CE7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AC836D8-2386-8250-491B-8E174FAC5C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1970" y="228600"/>
            <a:ext cx="8548059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21192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3CF87-385C-031D-DA7F-2541561A0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8B2CE48-7F27-7BAE-11C0-D73BBC5E1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1970" y="334834"/>
            <a:ext cx="8548059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7090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58790-636C-F775-246E-65560FAC0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D963F0C-9B3D-1583-AE92-E5AF3AFD1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3100" y="228600"/>
            <a:ext cx="8285799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9241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1716A-E838-7BB0-9903-8520C1E52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FBF421F-EE63-5DFE-359B-08E6C598D6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0622" y="228600"/>
            <a:ext cx="7990755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5610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52D71-D74B-9C2C-8E28-DB873E5FD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6C9662-ACFC-597B-1AE8-2E7840ED46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749" y="228600"/>
            <a:ext cx="8292502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7143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4BF8A-6A9C-1795-E446-F9A9454FA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EEDA7D5-5F25-9019-A662-36FD664E67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6749" y="228600"/>
            <a:ext cx="8398502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389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</TotalTime>
  <Words>30</Words>
  <Application>Microsoft Office PowerPoint</Application>
  <PresentationFormat>Widescreen</PresentationFormat>
  <Paragraphs>3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81</cp:revision>
  <cp:lastPrinted>2026-02-17T04:09:28Z</cp:lastPrinted>
  <dcterms:created xsi:type="dcterms:W3CDTF">2025-07-19T22:10:00Z</dcterms:created>
  <dcterms:modified xsi:type="dcterms:W3CDTF">2026-02-28T10:11:18Z</dcterms:modified>
</cp:coreProperties>
</file>