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258" r:id="rId14"/>
    <p:sldId id="260" r:id="rId15"/>
    <p:sldId id="331" r:id="rId16"/>
    <p:sldId id="319" r:id="rId17"/>
    <p:sldId id="320" r:id="rId18"/>
    <p:sldId id="332" r:id="rId19"/>
    <p:sldId id="333" r:id="rId20"/>
    <p:sldId id="334" r:id="rId21"/>
    <p:sldId id="335" r:id="rId22"/>
    <p:sldId id="321" r:id="rId23"/>
    <p:sldId id="322" r:id="rId24"/>
    <p:sldId id="336" r:id="rId25"/>
    <p:sldId id="33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PENDULUM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655156-608F-247A-FE44-CED7F2BE4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053" y="342119"/>
            <a:ext cx="9821893" cy="617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845F946-AF0A-A325-1979-AF7F5DE48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56" y="636459"/>
            <a:ext cx="9343185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B5E52B-6102-ED51-5CEB-6CAA85DCA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6F45C-3451-53FC-3675-5A855195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71" y="228600"/>
            <a:ext cx="91748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D27274-930E-F926-0307-7FA46DD91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163" y="1619157"/>
            <a:ext cx="10684297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923C0-CA0B-F803-E642-DDC620243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B12606-E233-799C-D783-5AD8A216E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278" y="936497"/>
            <a:ext cx="76394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668919-404F-EEF3-088E-8E0D605D7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00C9BA-DC91-4663-BD8D-4DC63F7A5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928" y="936497"/>
            <a:ext cx="765214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05F9C0-785D-5790-651D-7FDA0179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4E873-71A8-331C-F51F-5745B0087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52EE82-2442-6F23-74D1-78CF25BB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78865-F33F-B68C-C10C-7A57F7D13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93F111-2501-E401-5CC5-18C1EDD27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30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261539-3AD6-8583-AF5E-962566B58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6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A9AA5E-9DB3-B5BE-BE91-9FF2F0363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334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A43D6-DFC5-E0F0-BE04-1E54412A5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C9758A-5E65-6401-FF7C-7628A1397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174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E8FE5-4183-5CFB-52FE-06909911E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7D6FA0-04A5-BE45-BDBB-E34131793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295" y="228600"/>
            <a:ext cx="844151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966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C2BD0-4EB8-7D94-31C4-13A9B5CE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8D14E-FBA5-7A00-BB7C-D5615CC8C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927" y="228600"/>
            <a:ext cx="8384146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1192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CF87-385C-031D-DA7F-2541561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B8BA11-A780-41C7-36ED-CDBDCC1AC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970" y="228600"/>
            <a:ext cx="854805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709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A7DA7-3422-FA2C-50D0-F986DD667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49197"/>
            <a:ext cx="6496384" cy="495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564DAA-A8F9-5D0D-1092-D283F55C8C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84" y="228600"/>
            <a:ext cx="8334973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52D71-D74B-9C2C-8E28-DB873E5FD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3B1A10-160C-A927-913B-4B1E7A069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287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14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4BF8A-6A9C-1795-E446-F9A9454FA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CA9522-47CE-2C8E-39FF-6C6ED4A44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748" y="228600"/>
            <a:ext cx="8610504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38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30</Words>
  <Application>Microsoft Office PowerPoint</Application>
  <PresentationFormat>Widescreen</PresentationFormat>
  <Paragraphs>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79</cp:revision>
  <cp:lastPrinted>2026-02-17T04:09:28Z</cp:lastPrinted>
  <dcterms:created xsi:type="dcterms:W3CDTF">2025-07-19T22:10:00Z</dcterms:created>
  <dcterms:modified xsi:type="dcterms:W3CDTF">2026-02-17T04:09:36Z</dcterms:modified>
</cp:coreProperties>
</file>