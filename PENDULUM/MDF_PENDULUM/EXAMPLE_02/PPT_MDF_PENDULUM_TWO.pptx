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24" r:id="rId4"/>
    <p:sldId id="316" r:id="rId5"/>
    <p:sldId id="317" r:id="rId6"/>
    <p:sldId id="259" r:id="rId7"/>
    <p:sldId id="323" r:id="rId8"/>
    <p:sldId id="325" r:id="rId9"/>
    <p:sldId id="326" r:id="rId10"/>
    <p:sldId id="327" r:id="rId11"/>
    <p:sldId id="328" r:id="rId12"/>
    <p:sldId id="329" r:id="rId13"/>
    <p:sldId id="258" r:id="rId14"/>
    <p:sldId id="260" r:id="rId15"/>
    <p:sldId id="331" r:id="rId16"/>
    <p:sldId id="319" r:id="rId17"/>
    <p:sldId id="320" r:id="rId18"/>
    <p:sldId id="332" r:id="rId19"/>
    <p:sldId id="333" r:id="rId20"/>
    <p:sldId id="334" r:id="rId21"/>
    <p:sldId id="335" r:id="rId22"/>
    <p:sldId id="321" r:id="rId23"/>
    <p:sldId id="322" r:id="rId24"/>
    <p:sldId id="336" r:id="rId25"/>
    <p:sldId id="337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674400"/>
            <a:ext cx="121920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8000" b="1" dirty="0">
                <a:solidFill>
                  <a:schemeClr val="accent5"/>
                </a:solidFill>
              </a:rPr>
              <a:t>MODELING OF PENDULUM MDOF STRUCTURE USING OPENSEES</a:t>
            </a:r>
          </a:p>
          <a:p>
            <a:pPr algn="ctr"/>
            <a:r>
              <a:rPr lang="en-US" sz="1600" b="1" dirty="0">
                <a:solidFill>
                  <a:schemeClr val="accent3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B655156-608F-247A-FE44-CED7F2BE42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053" y="342119"/>
            <a:ext cx="9821893" cy="6173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E6110-A4AD-6FEA-DA6F-22C149E5D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845F946-AF0A-A325-1979-AF7F5DE48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656" y="636459"/>
            <a:ext cx="934318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069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6B893-5C50-A71F-EA6A-38581BA59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B5E52B-6102-ED51-5CEB-6CAA85DCA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722"/>
            <a:ext cx="12192000" cy="6574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339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50B2-C19A-2037-46F8-D98656431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DC40D7-1725-AD30-CA64-7142E2E43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" y="285750"/>
            <a:ext cx="11325225" cy="3905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6F3967-0741-154F-FDFB-BF0FF6B1F9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473" y="4462462"/>
            <a:ext cx="5353050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310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F7EA-DC27-756F-9EAA-CFEC55CA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16F45C-3451-53FC-3675-5A8551953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571" y="228600"/>
            <a:ext cx="9174858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9766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B747D-C242-C233-BB80-0E3F1F912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D27274-930E-F926-0307-7FA46DD916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163" y="1619157"/>
            <a:ext cx="10684297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362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A7204-AE1B-B8FB-0718-96B6C593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1923C0-CA0B-F803-E642-DDC620243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820" y="936497"/>
            <a:ext cx="7982360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85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405DC-30D5-BF23-D21A-2C3BAD54B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B12606-E233-799C-D783-5AD8A216E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278" y="936497"/>
            <a:ext cx="7639443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2506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92CD-4A0A-F28C-296D-AB2A857BE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8668919-404F-EEF3-088E-8E0D605D7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414" y="936497"/>
            <a:ext cx="915717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8858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C875F-2033-3F42-D03A-1D0AAADBF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F00C9BA-DC91-4663-BD8D-4DC63F7A5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928" y="936497"/>
            <a:ext cx="7652143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849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E5CA8-40F5-E0FD-F6CE-DD0E34FAE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405F9C0-785D-5790-651D-7FDA01794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22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CDF46-10CD-2617-2D90-ACB29635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F4E873-71A8-331C-F51F-5745B00876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941" y="0"/>
            <a:ext cx="8832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553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319A2-06C7-15A5-4AD4-83251B66D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752EE82-2442-6F23-74D1-78CF25BB9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941" y="0"/>
            <a:ext cx="8832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087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78865-F33F-B68C-C10C-7A57F7D13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93F111-2501-E401-5CC5-18C1EDD27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941" y="0"/>
            <a:ext cx="8832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300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85D3C-7E23-D618-FA72-DBA286863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261539-3AD6-8583-AF5E-962566B58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60" y="228600"/>
            <a:ext cx="8285799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6504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4121E-0FFB-EB70-720F-A892AE294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0A9AA5E-9DB3-B5BE-BE91-9FF2F0363F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334" y="228600"/>
            <a:ext cx="8334973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6154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A43D6-DFC5-E0F0-BE04-1E54412A5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C9758A-5E65-6401-FF7C-7628A1397A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3927" y="228600"/>
            <a:ext cx="8384146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1746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E8FE5-4183-5CFB-52FE-06909911E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7D6FA0-04A5-BE45-BDBB-E341317932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295" y="228600"/>
            <a:ext cx="8441516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9664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C2BD0-4EB8-7D94-31C4-13A9B5CE7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C8D14E-FBA5-7A00-BB7C-D5615CC8C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3927" y="228600"/>
            <a:ext cx="8384146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1192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3CF87-385C-031D-DA7F-2541561A0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B8BA11-A780-41C7-36ED-CDBDCC1AC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1970" y="228600"/>
            <a:ext cx="8548059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7090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58790-636C-F775-246E-65560FAC0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AA7DA7-3422-FA2C-50D0-F986DD667A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808" y="949197"/>
            <a:ext cx="6496384" cy="49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9241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1716A-E838-7BB0-9903-8520C1E52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564DAA-A8F9-5D0D-1092-D283F55C8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184" y="228600"/>
            <a:ext cx="8334973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5610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52D71-D74B-9C2C-8E28-DB873E5FD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C3B1A10-160C-A927-913B-4B1E7A069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287" y="228600"/>
            <a:ext cx="8341425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7143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4BF8A-6A9C-1795-E446-F9A9454FA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07E1E0-43DE-9BB6-93C8-2DB1FE2B9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8595" y="228600"/>
            <a:ext cx="841481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389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30</Words>
  <Application>Microsoft Office PowerPoint</Application>
  <PresentationFormat>Widescreen</PresentationFormat>
  <Paragraphs>3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80</cp:revision>
  <cp:lastPrinted>2026-02-17T04:09:28Z</cp:lastPrinted>
  <dcterms:created xsi:type="dcterms:W3CDTF">2025-07-19T22:10:00Z</dcterms:created>
  <dcterms:modified xsi:type="dcterms:W3CDTF">2026-02-17T10:23:40Z</dcterms:modified>
</cp:coreProperties>
</file>