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24" r:id="rId4"/>
    <p:sldId id="316" r:id="rId5"/>
    <p:sldId id="317" r:id="rId6"/>
    <p:sldId id="338" r:id="rId7"/>
    <p:sldId id="258" r:id="rId8"/>
    <p:sldId id="260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9" r:id="rId17"/>
    <p:sldId id="346" r:id="rId18"/>
    <p:sldId id="347" r:id="rId19"/>
    <p:sldId id="348" r:id="rId20"/>
    <p:sldId id="35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67440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8000" b="1" dirty="0">
                <a:solidFill>
                  <a:schemeClr val="accent5"/>
                </a:solidFill>
              </a:rPr>
              <a:t>MODELING OF PENDULUM MDOF STRUCTURE USING OPENSEES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9A4AE7-8779-4ABB-D886-BBA30A9AB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756" y="0"/>
            <a:ext cx="90324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E6110-A4AD-6FEA-DA6F-22C149E5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B29DF1-17DA-7B70-ECEE-C7F58AA93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571" y="936497"/>
            <a:ext cx="791885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69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B893-5C50-A71F-EA6A-38581BA5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3C35AE-DFC2-503B-A5C9-7A6F17084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989"/>
            <a:ext cx="12192000" cy="655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3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50B2-C19A-2037-46F8-D9865643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DC40D7-1725-AD30-CA64-7142E2E43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" y="285750"/>
            <a:ext cx="11325225" cy="3905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6F3967-0741-154F-FDFB-BF0FF6B1F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473" y="4462462"/>
            <a:ext cx="53530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1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EC5DD-D60B-E56D-C5EC-B11BEC985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B9441E-7136-F731-53EC-91409F27A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185" y="0"/>
            <a:ext cx="8513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66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D3AAA4-F900-C02D-4D93-77E0D45FB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185" y="0"/>
            <a:ext cx="8513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5E741F-D19B-4633-B4A4-3C481C470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037A0-9A64-194E-A9E7-3F27738C0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CE2C21-4927-7C31-0E29-7FCD06C0F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70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453A4-37A5-49E2-9EFE-1E132E6DF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D5DC89-2CCD-8027-B40C-65FB5CDFF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70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CDB6C-5E59-A921-6029-B8F914A48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D13921-A3C3-960A-1EC2-90F314E6C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197" y="228600"/>
            <a:ext cx="833497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7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B2A38-72FD-7A82-40E1-4C28C20A1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8F64A3-2B46-F7B4-6FB2-E40CA3C8D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635" y="228600"/>
            <a:ext cx="828579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83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0BA13-1AB8-223E-D999-5C3A6B02F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C8B297-CF7D-D031-BE65-2F65A141B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927" y="228600"/>
            <a:ext cx="838414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08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1176C-1B09-4628-0A8F-B76F879E1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8C0BE4-DFF5-BCAA-0B75-7179402E0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958" y="228600"/>
            <a:ext cx="838414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871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2ED7A-25F6-8967-9426-807826289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9037D5-3F7F-760A-ABBA-725856476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959" y="228600"/>
            <a:ext cx="813008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334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AE854-2294-7D0F-BDFB-4C0D91024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415328-12F6-2C69-18A6-19FBDA2C8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959" y="457200"/>
            <a:ext cx="813008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974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2F16C-1374-E47D-9BD3-ABB9B9E54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B636D0-FF55-A9B2-0F55-101CE058B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785" y="228600"/>
            <a:ext cx="822842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888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D95DF-365B-06FC-A7CC-5E626031A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3880F4-4715-1E59-BC60-C5BF57790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00" y="228600"/>
            <a:ext cx="828579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877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B95F3-756A-8881-5035-7E2BA6E6F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D781F3-3A2D-9220-7B71-5673116E3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858" y="228600"/>
            <a:ext cx="83414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9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DE035-463F-E370-7D8F-33A93FED0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485800-B8E3-6BCE-B76A-45AFB2546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287" y="228600"/>
            <a:ext cx="83414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952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30</Words>
  <Application>Microsoft Office PowerPoint</Application>
  <PresentationFormat>Widescreen</PresentationFormat>
  <Paragraphs>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105</cp:revision>
  <cp:lastPrinted>2026-02-17T04:09:28Z</cp:lastPrinted>
  <dcterms:created xsi:type="dcterms:W3CDTF">2025-07-19T22:10:00Z</dcterms:created>
  <dcterms:modified xsi:type="dcterms:W3CDTF">2026-03-26T19:30:13Z</dcterms:modified>
</cp:coreProperties>
</file>