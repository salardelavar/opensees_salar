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  <p:sldId id="259" r:id="rId6"/>
    <p:sldId id="315" r:id="rId7"/>
    <p:sldId id="258" r:id="rId8"/>
    <p:sldId id="260" r:id="rId9"/>
    <p:sldId id="319" r:id="rId10"/>
    <p:sldId id="320" r:id="rId11"/>
    <p:sldId id="321" r:id="rId12"/>
    <p:sldId id="3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FREE-VIBRATION ANALYSIS OF SDOF STRUCTURE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54F53-9196-E90E-6BA0-84214EA9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307" y="0"/>
            <a:ext cx="7233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63EDDC-37CF-BFEA-8AA1-D373B61E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8649D-4D71-946B-B266-5032CA2F2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02" y="640080"/>
            <a:ext cx="824292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E2BC2C-0423-6AFD-6B34-E570F3EAC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" y="1"/>
            <a:ext cx="6328572" cy="3661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3979C-635E-20B6-C8EB-FCA5283CE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22" y="409000"/>
            <a:ext cx="4486667" cy="30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B1C11-0553-E6FF-7D44-5BE4F2283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" y="3581333"/>
            <a:ext cx="9010000" cy="32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90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E410D7-B2A6-AF9A-2FA0-897B70CD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40F64F-8FCE-AB0A-8775-C0A60F4C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14" y="228600"/>
            <a:ext cx="871197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00A2C-D41E-A478-FB80-AE6BDE50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963539-E6D0-F986-F4D5-19A95257D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7" y="228600"/>
            <a:ext cx="864640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94697-C20A-45C9-5949-048EC533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14" y="228600"/>
            <a:ext cx="871197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B09171-739D-137B-741C-BDB216AD4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210" y="228600"/>
            <a:ext cx="856158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29</cp:revision>
  <cp:lastPrinted>2026-01-11T12:08:07Z</cp:lastPrinted>
  <dcterms:created xsi:type="dcterms:W3CDTF">2025-07-19T22:10:00Z</dcterms:created>
  <dcterms:modified xsi:type="dcterms:W3CDTF">2026-01-17T13:01:13Z</dcterms:modified>
</cp:coreProperties>
</file>