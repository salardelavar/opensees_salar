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6" r:id="rId4"/>
    <p:sldId id="259" r:id="rId5"/>
    <p:sldId id="315" r:id="rId6"/>
    <p:sldId id="258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FREE-VIBRATION ANALYSIS OF SDOF STRUCTURE USING OPENSEES 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E54F53-9196-E90E-6BA0-84214EA90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307" y="0"/>
            <a:ext cx="7233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6D1B69-F09F-738B-9FBB-DCD2115BC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77"/>
            <a:ext cx="12192000" cy="65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08649D-4D71-946B-B266-5032CA2F2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202" y="640080"/>
            <a:ext cx="824292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E2BC2C-0423-6AFD-6B34-E570F3EAC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38" y="1"/>
            <a:ext cx="6328572" cy="3661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3979C-635E-20B6-C8EB-FCA5283CE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922" y="409000"/>
            <a:ext cx="4486667" cy="30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B1C11-0553-E6FF-7D44-5BE4F2283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17" y="3581333"/>
            <a:ext cx="9010000" cy="327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9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20ECD2-1414-BED2-69AE-4B03F44F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04980F-4679-2D35-75F2-B6971A146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029" y="320040"/>
            <a:ext cx="8419941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14</cp:revision>
  <cp:lastPrinted>2025-12-29T06:43:39Z</cp:lastPrinted>
  <dcterms:created xsi:type="dcterms:W3CDTF">2025-07-19T22:10:00Z</dcterms:created>
  <dcterms:modified xsi:type="dcterms:W3CDTF">2025-12-29T06:43:50Z</dcterms:modified>
</cp:coreProperties>
</file>