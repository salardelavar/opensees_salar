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76" r:id="rId5"/>
    <p:sldId id="265" r:id="rId6"/>
    <p:sldId id="299" r:id="rId7"/>
    <p:sldId id="267" r:id="rId8"/>
    <p:sldId id="283" r:id="rId9"/>
    <p:sldId id="284" r:id="rId10"/>
    <p:sldId id="285" r:id="rId11"/>
    <p:sldId id="286" r:id="rId12"/>
    <p:sldId id="287" r:id="rId13"/>
    <p:sldId id="288" r:id="rId14"/>
    <p:sldId id="298" r:id="rId15"/>
    <p:sldId id="289" r:id="rId16"/>
    <p:sldId id="290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181957"/>
            <a:ext cx="12192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SENSITIVITY ANALYSIS OF SINGLE-DEGREE-FREEOM (SDOF) STRUCTURES USING FREE-VIBRATION:EFFECTS </a:t>
            </a:r>
            <a:r>
              <a:rPr lang="en-US" sz="4400" b="1">
                <a:solidFill>
                  <a:schemeClr val="accent5"/>
                </a:solidFill>
              </a:rPr>
              <a:t>OF INITIAL </a:t>
            </a:r>
            <a:r>
              <a:rPr lang="en-US" sz="4400" b="1" dirty="0">
                <a:solidFill>
                  <a:schemeClr val="accent5"/>
                </a:solidFill>
              </a:rPr>
              <a:t>DISPLACEMENT, MASS, STRCTURAL DUCTILITY RATIO AND OVER-STRENGTH FACTOR  ON OUTPUT KEY PARAMETERS FROM NONLINEAR DYNAMIC ANALYSES USING PYTHON AND OPENSEES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(PARALLEL COMPUTING METHOD) 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9BF1C-C38D-3E1F-4BC9-6AC63940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881062"/>
            <a:ext cx="88487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431A-D99A-43A7-5403-4B6F3E2C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499E65-56CC-DF19-773C-3A776B57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592"/>
            <a:ext cx="10344150" cy="62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0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B56C7-4181-30DE-5FD8-097B2181A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2535-8515-016C-C540-4E25ABA0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4A596-E6BD-6D25-6999-9634F845B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9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1446F-A189-2B5F-F716-A34761BA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04" y="777738"/>
            <a:ext cx="664879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E20E-B32B-E6C3-5A4B-AC4A43D0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4DDCC-E506-B22E-4B86-BF64FF13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83" y="777738"/>
            <a:ext cx="649003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16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F6FE-45AC-CE89-D2AF-84EA6C7D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FAECD-4FF7-7A66-806E-E6F10B9A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6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F6F9-E894-EAFD-5EB7-26AA49E0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1BACA-C483-41C7-6CF6-FC872BD0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11" y="777738"/>
            <a:ext cx="6369377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1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21D0-D0E5-A9DE-869B-661D94DB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E18B9-485B-9143-4DBB-E7D5A15DE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282" y="777738"/>
            <a:ext cx="651543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1DB5-2F96-CEE8-7D8C-DFDFB106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B7B94-9EE4-9E4E-DB73-9F11610BC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0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19B8-A9A5-EF97-072C-1ED1CBB6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E0FC0-37DF-4408-809C-F0FA8AA9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0" y="777738"/>
            <a:ext cx="640747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9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18AB-645D-740D-1C81-56F84FBE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8FEF14-D2DA-1D31-3D97-2AF1F7489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0" y="777738"/>
            <a:ext cx="640747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37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E2AE-C2BF-3104-8D11-BF6C42C8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67ED0-85C1-E570-0BE9-1D4EE4D2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9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A26B-89A6-1B0D-8F96-367CAE24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D308B1-C5B8-8F47-0F55-3C88EFC0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17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93F4-F263-CDDB-874C-FDC6D619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BF5A3-6AA0-7586-BA7B-3029461A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64</Words>
  <Application>Microsoft Office PowerPoint</Application>
  <PresentationFormat>Widescreen</PresentationFormat>
  <Paragraphs>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60</cp:revision>
  <cp:lastPrinted>2025-12-18T09:19:41Z</cp:lastPrinted>
  <dcterms:created xsi:type="dcterms:W3CDTF">2025-07-19T22:10:00Z</dcterms:created>
  <dcterms:modified xsi:type="dcterms:W3CDTF">2025-12-22T03:50:22Z</dcterms:modified>
</cp:coreProperties>
</file>