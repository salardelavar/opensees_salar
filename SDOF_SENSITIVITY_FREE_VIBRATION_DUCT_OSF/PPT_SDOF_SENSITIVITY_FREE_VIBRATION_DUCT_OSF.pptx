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76" r:id="rId5"/>
    <p:sldId id="265" r:id="rId6"/>
    <p:sldId id="267" r:id="rId7"/>
    <p:sldId id="283" r:id="rId8"/>
    <p:sldId id="284" r:id="rId9"/>
    <p:sldId id="285" r:id="rId10"/>
    <p:sldId id="286" r:id="rId11"/>
    <p:sldId id="287" r:id="rId12"/>
    <p:sldId id="288" r:id="rId13"/>
    <p:sldId id="29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68" r:id="rId22"/>
    <p:sldId id="261" r:id="rId23"/>
    <p:sldId id="296" r:id="rId24"/>
    <p:sldId id="29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181957"/>
            <a:ext cx="1219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SENSITIVITY ANALYSIS OF SINGLE-DEGREE-FREEOM (SDOF) STRUCTURES USING FREE-VIBRATION:EFFECTS OF INTIAL DISPLACEMENT, MASS, STRCTURAL DUCTILITY RATIO AND </a:t>
            </a:r>
            <a:r>
              <a:rPr lang="en-US" sz="4800" b="1">
                <a:solidFill>
                  <a:schemeClr val="accent5"/>
                </a:solidFill>
              </a:rPr>
              <a:t>OVER-STRENGTH FACTOR  ON </a:t>
            </a:r>
            <a:r>
              <a:rPr lang="en-US" sz="4800" b="1" dirty="0">
                <a:solidFill>
                  <a:schemeClr val="accent5"/>
                </a:solidFill>
              </a:rPr>
              <a:t>OUTPUT KEY PARAMETERS FROM NONLINEAR DYNAMIC ANALYSES USING PYTHON AND OPENSEES </a:t>
            </a:r>
          </a:p>
          <a:p>
            <a:pPr algn="ctr"/>
            <a:r>
              <a:rPr lang="en-US" sz="1600" b="1" dirty="0">
                <a:solidFill>
                  <a:schemeClr val="accent6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9BF1C-C38D-3E1F-4BC9-6AC639402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881062"/>
            <a:ext cx="88487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431A-D99A-43A7-5403-4B6F3E2C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499E65-56CC-DF19-773C-3A776B57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5592"/>
            <a:ext cx="10344150" cy="628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0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BDF9-290A-CE09-35C9-ECB84AC4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83D07172-CA71-7606-AB3A-3FEC8057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24062"/>
            <a:ext cx="86487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2DB31-8C7F-F466-2359-079ADC3B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1446F-A189-2B5F-F716-A34761BA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604" y="777738"/>
            <a:ext cx="664879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E20E-B32B-E6C3-5A4B-AC4A43D0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4DDCC-E506-B22E-4B86-BF64FF13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983" y="777738"/>
            <a:ext cx="6490034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1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F6FE-45AC-CE89-D2AF-84EA6C7D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FAECD-4FF7-7A66-806E-E6F10B9A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39" y="777738"/>
            <a:ext cx="62487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6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F6F9-E894-EAFD-5EB7-26AA49E0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E1BACA-C483-41C7-6CF6-FC872BD0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311" y="777738"/>
            <a:ext cx="6369377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1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21D0-D0E5-A9DE-869B-661D94DB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CE18B9-485B-9143-4DBB-E7D5A15DE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282" y="777738"/>
            <a:ext cx="651543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1DB5-2F96-CEE8-7D8C-DFDFB106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BB7B94-9EE4-9E4E-DB73-9F11610BC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777738"/>
            <a:ext cx="632492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0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19B8-A9A5-EF97-072C-1ED1CBB6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8E0FC0-37DF-4408-809C-F0FA8AA91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60" y="777738"/>
            <a:ext cx="640747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9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18AB-645D-740D-1C81-56F84FBE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8FEF14-D2DA-1D31-3D97-2AF1F7489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60" y="777738"/>
            <a:ext cx="640747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37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E2AE-C2BF-3104-8D11-BF6C42C8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67ED0-85C1-E570-0BE9-1D4EE4D22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936497"/>
            <a:ext cx="783630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99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A26B-89A6-1B0D-8F96-367CAE24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D308B1-C5B8-8F47-0F55-3C88EFC08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17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93F4-F263-CDDB-874C-FDC6D6198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BF5A3-6AA0-7586-BA7B-3029461AB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37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0B21-26A0-72C8-9F2D-BCE0375A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17029-EAEB-21B5-016E-B303A3B6A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97" y="0"/>
            <a:ext cx="103262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50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4AF22-4D09-7FA4-9DAE-43C49D21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1F958-CA44-A088-8A26-CF64E07BB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31" y="936497"/>
            <a:ext cx="657893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75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7CD7-42B0-FBFE-6F3C-2EA0B75A6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5610B-AD1A-1A9C-EF86-D2D2D69E6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36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ECD0-2B01-C5DF-E766-66CD4788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0BC989-32DF-6323-0EAC-57DB72079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27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3DE0D2-D958-8C98-D7A9-E537C9D5D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936497"/>
            <a:ext cx="662339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746C17-1541-97EC-CBA3-72F971E7C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091B-D487-8567-F742-ECB57B9D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1B88AF-C97E-2577-E367-E1BB25A4E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88" y="1727112"/>
            <a:ext cx="6312224" cy="34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58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39294-6D9D-A50E-3E16-09997E92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C2BE3-7256-90F7-5563-23B4DEB39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73" y="0"/>
            <a:ext cx="6853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25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59</Words>
  <Application>Microsoft Office PowerPoint</Application>
  <PresentationFormat>Widescreen</PresentationFormat>
  <Paragraphs>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54</cp:revision>
  <cp:lastPrinted>2025-12-18T09:19:41Z</cp:lastPrinted>
  <dcterms:created xsi:type="dcterms:W3CDTF">2025-07-19T22:10:00Z</dcterms:created>
  <dcterms:modified xsi:type="dcterms:W3CDTF">2025-12-21T16:35:11Z</dcterms:modified>
</cp:coreProperties>
</file>