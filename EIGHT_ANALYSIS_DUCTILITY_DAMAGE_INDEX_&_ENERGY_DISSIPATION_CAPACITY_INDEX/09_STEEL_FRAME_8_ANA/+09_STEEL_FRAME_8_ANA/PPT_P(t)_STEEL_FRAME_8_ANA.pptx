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61" r:id="rId5"/>
    <p:sldId id="322" r:id="rId6"/>
    <p:sldId id="365" r:id="rId7"/>
    <p:sldId id="362" r:id="rId8"/>
    <p:sldId id="341" r:id="rId9"/>
    <p:sldId id="259" r:id="rId10"/>
    <p:sldId id="323" r:id="rId11"/>
    <p:sldId id="303" r:id="rId12"/>
    <p:sldId id="302" r:id="rId13"/>
    <p:sldId id="347" r:id="rId14"/>
    <p:sldId id="363" r:id="rId15"/>
    <p:sldId id="324" r:id="rId16"/>
    <p:sldId id="306" r:id="rId17"/>
    <p:sldId id="336" r:id="rId18"/>
    <p:sldId id="304" r:id="rId19"/>
    <p:sldId id="261" r:id="rId20"/>
    <p:sldId id="325" r:id="rId21"/>
    <p:sldId id="337" r:id="rId22"/>
    <p:sldId id="343" r:id="rId23"/>
    <p:sldId id="371" r:id="rId24"/>
    <p:sldId id="307" r:id="rId25"/>
    <p:sldId id="308" r:id="rId26"/>
    <p:sldId id="265" r:id="rId27"/>
    <p:sldId id="326" r:id="rId28"/>
    <p:sldId id="266" r:id="rId29"/>
    <p:sldId id="309" r:id="rId30"/>
    <p:sldId id="310" r:id="rId31"/>
    <p:sldId id="349" r:id="rId32"/>
    <p:sldId id="311" r:id="rId33"/>
    <p:sldId id="312" r:id="rId34"/>
    <p:sldId id="327" r:id="rId35"/>
    <p:sldId id="313" r:id="rId36"/>
    <p:sldId id="314" r:id="rId37"/>
    <p:sldId id="315" r:id="rId38"/>
    <p:sldId id="330" r:id="rId39"/>
    <p:sldId id="331" r:id="rId40"/>
    <p:sldId id="338" r:id="rId41"/>
    <p:sldId id="318" r:id="rId42"/>
    <p:sldId id="319" r:id="rId43"/>
    <p:sldId id="350" r:id="rId44"/>
    <p:sldId id="372" r:id="rId45"/>
    <p:sldId id="355" r:id="rId46"/>
    <p:sldId id="263" r:id="rId47"/>
    <p:sldId id="268" r:id="rId48"/>
    <p:sldId id="329" r:id="rId49"/>
    <p:sldId id="269" r:id="rId50"/>
    <p:sldId id="270" r:id="rId51"/>
    <p:sldId id="332" r:id="rId52"/>
    <p:sldId id="333" r:id="rId53"/>
    <p:sldId id="339" r:id="rId54"/>
    <p:sldId id="271" r:id="rId55"/>
    <p:sldId id="274" r:id="rId56"/>
    <p:sldId id="351" r:id="rId57"/>
    <p:sldId id="352" r:id="rId58"/>
    <p:sldId id="320" r:id="rId59"/>
    <p:sldId id="275" r:id="rId60"/>
    <p:sldId id="328" r:id="rId61"/>
    <p:sldId id="360" r:id="rId62"/>
    <p:sldId id="276" r:id="rId63"/>
    <p:sldId id="277" r:id="rId64"/>
    <p:sldId id="344" r:id="rId65"/>
    <p:sldId id="279" r:id="rId66"/>
    <p:sldId id="345" r:id="rId67"/>
    <p:sldId id="346" r:id="rId68"/>
    <p:sldId id="353" r:id="rId69"/>
    <p:sldId id="354" r:id="rId70"/>
    <p:sldId id="364" r:id="rId71"/>
    <p:sldId id="366" r:id="rId72"/>
    <p:sldId id="367" r:id="rId73"/>
    <p:sldId id="368" r:id="rId74"/>
    <p:sldId id="369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258901"/>
            <a:ext cx="1219199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COMPREHENSIVE NONLINEAR SEISMIC ASSESSMENT OF A STEEL FRAME: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B8954-3108-711B-D28D-58AE5E4B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4" y="0"/>
            <a:ext cx="10374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01CC-07C3-96E9-9332-823192CC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EE8B4E-01A1-AC47-4A45-45045528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23" y="0"/>
            <a:ext cx="64957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7527-CBB2-56E1-DB66-1328CA21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75401-229B-8941-8B76-717CA9CE1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2926"/>
            <a:ext cx="12192000" cy="223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790B2-5663-E3D6-A66F-1B9354860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234786"/>
            <a:ext cx="6451932" cy="6388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BCDF7-58E3-A625-C18C-00C974371633}"/>
              </a:ext>
            </a:extLst>
          </p:cNvPr>
          <p:cNvSpPr txBox="1"/>
          <p:nvPr/>
        </p:nvSpPr>
        <p:spPr>
          <a:xfrm>
            <a:off x="3806082" y="833718"/>
            <a:ext cx="4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COLUMN SECTION</a:t>
            </a:r>
          </a:p>
        </p:txBody>
      </p:sp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910C-1255-AC3D-D111-1ABACB19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EE0EC-4479-F78D-149A-05CC447D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8" y="234786"/>
            <a:ext cx="6864703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4878B8-95D5-C192-18A2-A6F4B1BEE40E}"/>
              </a:ext>
            </a:extLst>
          </p:cNvPr>
          <p:cNvSpPr txBox="1"/>
          <p:nvPr/>
        </p:nvSpPr>
        <p:spPr>
          <a:xfrm>
            <a:off x="3806082" y="833718"/>
            <a:ext cx="4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BEAM SECTION</a:t>
            </a:r>
          </a:p>
        </p:txBody>
      </p:sp>
    </p:spTree>
    <p:extLst>
      <p:ext uri="{BB962C8B-B14F-4D97-AF65-F5344CB8AC3E}">
        <p14:creationId xmlns:p14="http://schemas.microsoft.com/office/powerpoint/2010/main" val="97181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1F3D-C5CF-9853-9CFE-BEF0ED62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EC02CD-F6AA-9756-268C-6657BAA8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0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BD0E3F-A0E2-2E5D-1537-F7E7E904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94B297-CAD4-F6DA-BA6D-64CD3CE96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16"/>
            <a:ext cx="12192000" cy="66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531A2-CA3B-77D2-DE16-E3A1E614F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6A3C8-5879-EAF6-F6AE-9BBA7435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887"/>
            <a:ext cx="12192000" cy="662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209A-94F7-BBEC-8821-26F1DF0F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6251BA-C6E5-E787-E719-3DA59789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76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71B122-1D6B-65E7-18CF-A1BF9AF3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9C26B-8D6D-D4E6-C7D2-D69CEB03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6AEFB-B71D-870A-2128-45597643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76E7E-3493-A397-5489-10743CE09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550AC-9650-DE57-265A-75BD360D7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79" y="234786"/>
            <a:ext cx="958264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929CA3-6AB5-6F5E-1FA5-5AD867DF0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39" y="234786"/>
            <a:ext cx="916352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1C57D-6AC4-7AF7-9707-AEB21D18B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84" y="234786"/>
            <a:ext cx="935403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210D-7204-2F67-9146-BC8C97D6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690F1-47E8-9A70-1E9C-E1DF31F1D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38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CF748-A616-4606-212D-F26452E34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78871-DAAF-CCD3-501E-38C76446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03"/>
            <a:ext cx="12192000" cy="650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9C12F-C278-F6C4-906C-F08B25FF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EFA36-8ACC-31B7-E14F-AB6C83D2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42C7C-F8C0-CAB3-E968-058CA7CA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7307C-B8FA-083B-511F-1B4309CF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</a:t>
            </a:r>
            <a:r>
              <a:rPr lang="en-US" sz="6000" b="1">
                <a:solidFill>
                  <a:schemeClr val="accent5"/>
                </a:solidFill>
              </a:rPr>
              <a:t>WITH EXTERNAL TIME-DEPENDENT LOADING </a:t>
            </a:r>
            <a:r>
              <a:rPr lang="en-US" sz="6000" b="1" dirty="0">
                <a:solidFill>
                  <a:schemeClr val="accent5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174E5-409B-D853-4D59-95674C2D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56"/>
            <a:ext cx="12192000" cy="6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F62390-D2EB-495D-4816-1D881A01F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F4A0DD-8925-2B26-57CC-BC81F3BB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D474D-9E50-0898-A627-AD5E9197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1F6BBA-AD9E-6B24-FC13-A4546056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63" y="733286"/>
            <a:ext cx="919527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B3650-D3F8-9251-E8AB-CC4AD1B6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3CA62-5354-EE32-B145-0ADC5C8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733286"/>
            <a:ext cx="92714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E5745-84DE-0CED-7A5C-8DD383495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85" y="733286"/>
            <a:ext cx="9328629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1CC25-CAFA-6ED7-C974-E35A7A0F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5438F-131E-D948-B5ED-8E4CE8256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F9DDD-60A0-FBC3-F666-74E0CDC6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F6B227-A1F1-0714-D481-D2592F6CC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16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07795F-2F87-FCAF-BFD7-A7356E416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2072F-93A8-B393-710E-BA854476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7E527-6B57-9418-0BC5-8664B53E5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3A247-59D8-4D05-2D8A-8D8AA88C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14D05-5C13-71EF-8022-8F947DCF7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70004-420B-5B1E-5541-B25AAD030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40E16-D428-A03B-1822-0B0327A8B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4F9EC-F077-20E5-74EF-D2AE95243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4BFC4-2E88-090D-9219-7B87D2486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8F528-8FA1-A86B-6A55-FA92E735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94BFE-5E34-5A6F-C3BA-6704F407D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13331-6AF0-FFF1-7E78-9BE2B37A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F6FE2-4891-7A94-0D90-EA0AE088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EEC876-89B4-198C-D357-73173CF6F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9224-30CC-6629-79B9-605F0A9B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F02ED-9DEB-69FA-9E88-3C4326CB6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56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C3B9F-A97A-CACD-CC6E-B660C2DC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E666D-F303-7248-0ED9-8C129DCAF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A18005-5808-C783-1E86-33D08A278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A54E2-E4BA-E698-9CBC-59B792D9A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1BB03-75B5-B619-79DA-67434A7D8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55D282-F085-F088-BB8C-2DC562BD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E9CE0-EF6F-E4A2-29F4-F40A7B74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F344B-460D-6CC6-CBFE-BBA27131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ABCE5-10E7-BF62-7E16-E0032A0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6FD5B-C21B-E1E0-B724-2124B4AA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2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1192-736B-0D1B-ED49-C6492ED5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C632794-098F-B8E1-FAA6-AC52A884E700}"/>
              </a:ext>
            </a:extLst>
          </p:cNvPr>
          <p:cNvSpPr txBox="1"/>
          <p:nvPr/>
        </p:nvSpPr>
        <p:spPr>
          <a:xfrm>
            <a:off x="3051500" y="920621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[2.07540189e+01 8.30112638e+04]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[5.50000000e+01 1.16740465e+05]]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3999.77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2122.55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984.91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2.65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1.41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1.4063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2.6501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2.6501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3.7269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-32.7908 (%)</a:t>
            </a:r>
          </a:p>
        </p:txBody>
      </p:sp>
    </p:spTree>
    <p:extLst>
      <p:ext uri="{BB962C8B-B14F-4D97-AF65-F5344CB8AC3E}">
        <p14:creationId xmlns:p14="http://schemas.microsoft.com/office/powerpoint/2010/main" val="36964731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8EF4-2812-7F8F-9AAA-1F75F0EC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FEF0B-618D-A4BC-8443-F6055654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026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3F91-DACB-065B-F311-AB326995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4224DA-ADD6-7B0A-634C-8AD6D4CBC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566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C839-0A04-F903-6D9A-EE830C30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5CB76-10EA-F390-CFE3-7E4BF4600385}"/>
              </a:ext>
            </a:extLst>
          </p:cNvPr>
          <p:cNvSpPr txBox="1"/>
          <p:nvPr/>
        </p:nvSpPr>
        <p:spPr>
          <a:xfrm>
            <a:off x="0" y="2090172"/>
            <a:ext cx="123040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180061.47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13487908.00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1.335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180055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224</Words>
  <Application>Microsoft Office PowerPoint</Application>
  <PresentationFormat>Widescreen</PresentationFormat>
  <Paragraphs>37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188</cp:revision>
  <cp:lastPrinted>2026-02-20T17:18:05Z</cp:lastPrinted>
  <dcterms:created xsi:type="dcterms:W3CDTF">2025-06-03T10:37:48Z</dcterms:created>
  <dcterms:modified xsi:type="dcterms:W3CDTF">2026-10-28T09:38:45Z</dcterms:modified>
</cp:coreProperties>
</file>