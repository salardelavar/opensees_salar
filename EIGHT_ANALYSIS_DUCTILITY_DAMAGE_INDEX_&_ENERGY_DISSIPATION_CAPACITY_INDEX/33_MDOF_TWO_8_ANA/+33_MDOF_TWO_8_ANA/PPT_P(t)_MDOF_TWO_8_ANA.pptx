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8" r:id="rId3"/>
    <p:sldId id="369" r:id="rId4"/>
    <p:sldId id="352" r:id="rId5"/>
    <p:sldId id="375" r:id="rId6"/>
    <p:sldId id="374" r:id="rId7"/>
    <p:sldId id="259" r:id="rId8"/>
    <p:sldId id="323" r:id="rId9"/>
    <p:sldId id="302" r:id="rId10"/>
    <p:sldId id="324" r:id="rId11"/>
    <p:sldId id="306" r:id="rId12"/>
    <p:sldId id="336" r:id="rId13"/>
    <p:sldId id="346" r:id="rId14"/>
    <p:sldId id="354" r:id="rId15"/>
    <p:sldId id="355" r:id="rId16"/>
    <p:sldId id="368" r:id="rId17"/>
    <p:sldId id="367" r:id="rId18"/>
    <p:sldId id="304" r:id="rId19"/>
    <p:sldId id="261" r:id="rId20"/>
    <p:sldId id="325" r:id="rId21"/>
    <p:sldId id="337" r:id="rId22"/>
    <p:sldId id="347" r:id="rId23"/>
    <p:sldId id="356" r:id="rId24"/>
    <p:sldId id="357" r:id="rId25"/>
    <p:sldId id="397" r:id="rId26"/>
    <p:sldId id="308" r:id="rId27"/>
    <p:sldId id="265" r:id="rId28"/>
    <p:sldId id="326" r:id="rId29"/>
    <p:sldId id="266" r:id="rId30"/>
    <p:sldId id="309" r:id="rId31"/>
    <p:sldId id="348" r:id="rId32"/>
    <p:sldId id="358" r:id="rId33"/>
    <p:sldId id="359" r:id="rId34"/>
    <p:sldId id="311" r:id="rId35"/>
    <p:sldId id="313" r:id="rId36"/>
    <p:sldId id="327" r:id="rId37"/>
    <p:sldId id="314" r:id="rId38"/>
    <p:sldId id="376" r:id="rId39"/>
    <p:sldId id="315" r:id="rId40"/>
    <p:sldId id="377" r:id="rId41"/>
    <p:sldId id="378" r:id="rId42"/>
    <p:sldId id="361" r:id="rId43"/>
    <p:sldId id="263" r:id="rId44"/>
    <p:sldId id="329" r:id="rId45"/>
    <p:sldId id="268" r:id="rId46"/>
    <p:sldId id="269" r:id="rId47"/>
    <p:sldId id="342" r:id="rId48"/>
    <p:sldId id="350" r:id="rId49"/>
    <p:sldId id="362" r:id="rId50"/>
    <p:sldId id="363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81" r:id="rId59"/>
    <p:sldId id="382" r:id="rId60"/>
    <p:sldId id="320" r:id="rId61"/>
    <p:sldId id="275" r:id="rId62"/>
    <p:sldId id="328" r:id="rId63"/>
    <p:sldId id="276" r:id="rId64"/>
    <p:sldId id="343" r:id="rId65"/>
    <p:sldId id="351" r:id="rId66"/>
    <p:sldId id="353" r:id="rId67"/>
    <p:sldId id="364" r:id="rId68"/>
    <p:sldId id="390" r:id="rId69"/>
    <p:sldId id="391" r:id="rId70"/>
    <p:sldId id="392" r:id="rId71"/>
    <p:sldId id="393" r:id="rId72"/>
    <p:sldId id="366" r:id="rId73"/>
    <p:sldId id="371" r:id="rId74"/>
    <p:sldId id="398" r:id="rId75"/>
    <p:sldId id="394" r:id="rId76"/>
    <p:sldId id="395" r:id="rId77"/>
    <p:sldId id="373" r:id="rId78"/>
    <p:sldId id="379" r:id="rId79"/>
    <p:sldId id="396" r:id="rId80"/>
    <p:sldId id="372" r:id="rId81"/>
    <p:sldId id="400" r:id="rId82"/>
    <p:sldId id="401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615CA-5828-4B05-A507-21B49040013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5B131-BA77-47E1-BDFF-7EC626A13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9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29872-7431-4088-89BE-A8A85D40B51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8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138113" y="582067"/>
            <a:ext cx="1191577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(MDOF) STRUCTURE: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29" y="1758434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430" y="2821366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2" y="168628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75" y="2864454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008" y="407654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C5958-7B67-E7D1-E899-1F9DD121C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9638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3975130" y="11662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786A6-4015-DAA5-BDD6-C336CB9D5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612-2C31-F930-B402-F2B746A2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801E0-15E4-B8D3-5671-E228565D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909B-C861-7776-B7AE-B8A8390F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505173-E03A-8D24-0589-40C558ED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29B95-7041-F7AB-A261-81230F31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E13B5-5CBA-4575-EA5D-1F4F1106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06"/>
            <a:ext cx="12192000" cy="65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16DA2-318C-3868-0E8E-6F72DC56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9D0746-BF2D-A994-A8DD-7A92BC5C8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3A31F6-9A44-19E5-A7C8-D77B8C1AC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637B0-706C-324E-0038-2BD2BFDB7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306F9-F2DD-212B-75BD-2EE8982A6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66BE9-A788-6D30-278B-8E124D14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40A23C-F51D-6848-425D-A4D325A31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65" y="0"/>
            <a:ext cx="8874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124BA-6866-AEAC-4D97-7A2D1B3E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EE5E6-A310-E2D8-9412-2FBCCEC2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50BE5-B504-CB96-450D-A9442E5A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EC688-3FE8-AF24-34F4-D1530F85C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6D367-18F3-46C4-88C6-9873954C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84F951-926A-97C7-23CE-FB962F1B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A0B9-BFED-997A-A82C-76CC325D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029DB0-0168-9D71-D688-6572DB83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25" y="320040"/>
            <a:ext cx="727255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66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EC12B2-041C-CDAB-BF16-9E61E109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AC755-87DD-454A-BFD0-C4E615D0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30B6A6-B01A-DEAE-EA9D-33DE9CB0D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84" y="234786"/>
            <a:ext cx="937943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B25820-63A6-B5A1-58FF-FDBA1EC6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F88B70-C84E-6964-CDDE-5E927C35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05649-6516-40CA-339B-A007A058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552450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9B1E9B-452A-2156-0373-51483741A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98DFBA-0D6F-28A6-1F8B-72769DF3B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84" y="234786"/>
            <a:ext cx="937943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EA3B-79E1-82E4-FA53-EB727C04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16E23-D44C-1A67-F9AF-61EB4CC6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03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DDBCE-6F2C-82BF-4296-812E653E5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0A9AC-F48B-DFEF-F865-53539EB4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237F9C-DEF2-0910-1CEF-D1B026C6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66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EC51-C5B5-474F-B1D5-5B2CDC8B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88518-9ECF-C40E-D812-37E7B7B4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197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59A98-F810-8781-5DF0-A9B6BB11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A7193A-ADCB-899C-A913-AA2ADDECE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3822D-7948-7293-65DB-890D59FB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20541-DC13-4689-2F60-9CC7D8A3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26802A-C26A-2070-0865-CB26F8C96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128C36-1063-9245-3974-D5A877633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1AB158-F705-CFF1-7A71-FA46D18D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3FD27-2986-1509-DDA5-4028FACF2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1F20B-BA8A-EB71-5FF4-F6707056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603C34-49B3-86AC-E00F-6BE8A25C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94" y="936497"/>
            <a:ext cx="800141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71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C1C6-99AB-3BC3-DDB0-55C85A18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006FE-6DE2-A61E-E219-E28157F8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18" y="936497"/>
            <a:ext cx="803316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217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23D7-5597-DE7C-9495-570E105A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21090-D633-F8EE-F701-B8DFC4E1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936497"/>
            <a:ext cx="79696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806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D474-0111-6672-E059-8C0F63FB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25276-7797-B9B9-7FCF-D50ACCBC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743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90C6-D8E5-1F22-5864-4C5C3092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A539F-14B5-B00D-CCEC-B5FD262FD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72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702C-7CDB-24B3-F9A2-FE925D0C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015CF-C9B9-AFBF-F5D5-06A24FA0E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901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E92E-ADAA-2132-8B91-00E82C1C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99BD96-F926-5D9A-91F0-116D67F7F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50" y="647560"/>
            <a:ext cx="69517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64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8952-E1C9-525C-DBE9-45784BB9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42DC99-3613-06DA-D928-83EB95C1E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02"/>
            <a:ext cx="12192000" cy="65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E19D1B-4CF8-9E3A-A215-8076854407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5760"/>
            <a:ext cx="9216546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ADCDA9-B5DD-854E-A573-FD92C65E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42B015-B0A5-EC65-CC16-DF7FF020F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7E91B6-FA27-71B2-7329-51861D232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BF7BCC-5265-061F-2386-D04B61208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97C64-5F29-59AD-6B7C-C9BAF29D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126916-94CB-07E9-6864-5237AEDBF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45AF5-53C8-F7FF-2510-587E6D0D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B32F-2A3F-452B-B2EF-794E1E97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7EFFD6-441A-918B-D0BC-58C8AC74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394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DFF1-78F7-C0DF-1EA8-A085D32D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614F0-A1F5-F182-2D16-0C8C03D37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384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0C69-3C8B-DB70-C04B-A8BFAE93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BD8A5-211E-7F76-BE8B-274B6791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93" y="936497"/>
            <a:ext cx="805221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25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3696-1802-DC7F-E55F-82F8DC0F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CF429-A874-0F72-2069-47BED486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820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A80DC-0422-0B71-5D8F-C2194165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97" y="936497"/>
            <a:ext cx="789980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4F290-5184-7686-3BCD-0E52F43A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03A48-EA4E-6B8A-E176-D23A48BB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DB117B-5393-C9E4-826A-C0EC5700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807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75AAF-CBCD-749A-ACE8-C2390CF7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655D3-A4CB-BEF0-2C91-27D11F3A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2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CB3F-F765-17D9-5E88-D28F2320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4989E-6E5C-34C6-D5AC-2F83ABC3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384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0" y="2244060"/>
            <a:ext cx="12192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293.07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1143813.19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3200" b="1" dirty="0">
                <a:solidFill>
                  <a:srgbClr val="FF0000"/>
                </a:solidFill>
              </a:rPr>
              <a:t>DISSIPATED ENERGY CAPACITY INDEX: 0.026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56A7-B18E-3DF7-F430-05D13B5C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278040-8964-BC98-3347-0AA179E7E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561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752F-FEAA-935F-6710-0BD31BC7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8221C8-2DD0-C5EA-56C7-748DE1B436D9}"/>
              </a:ext>
            </a:extLst>
          </p:cNvPr>
          <p:cNvSpPr txBox="1"/>
          <p:nvPr/>
        </p:nvSpPr>
        <p:spPr>
          <a:xfrm>
            <a:off x="2781535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[5.01374697e-02 4.06113504e+05]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[3.49000000e-01 4.46693631e+05]]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8100000.00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1279924.45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135781.92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6.96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1.10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1.0999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6.9609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6.9609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7.6564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-16.7248 (%)</a:t>
            </a:r>
          </a:p>
        </p:txBody>
      </p:sp>
    </p:spTree>
    <p:extLst>
      <p:ext uri="{BB962C8B-B14F-4D97-AF65-F5344CB8AC3E}">
        <p14:creationId xmlns:p14="http://schemas.microsoft.com/office/powerpoint/2010/main" val="17851088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7A9BD6-B6B1-F0EF-2514-1F035E9DB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75273-5AB0-9F57-7641-821B5B3CC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67152D-7078-08FB-E3F7-069B8982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246</Words>
  <Application>Microsoft Office PowerPoint</Application>
  <PresentationFormat>Widescreen</PresentationFormat>
  <Paragraphs>40</Paragraphs>
  <Slides>82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168</cp:revision>
  <cp:lastPrinted>2026-07-17T20:19:21Z</cp:lastPrinted>
  <dcterms:created xsi:type="dcterms:W3CDTF">2025-06-03T10:37:48Z</dcterms:created>
  <dcterms:modified xsi:type="dcterms:W3CDTF">2026-08-24T08:41:34Z</dcterms:modified>
</cp:coreProperties>
</file>