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306" r:id="rId4"/>
    <p:sldId id="259" r:id="rId5"/>
    <p:sldId id="277" r:id="rId6"/>
    <p:sldId id="280" r:id="rId7"/>
    <p:sldId id="281" r:id="rId8"/>
    <p:sldId id="282" r:id="rId9"/>
    <p:sldId id="258" r:id="rId10"/>
    <p:sldId id="262" r:id="rId11"/>
    <p:sldId id="263" r:id="rId12"/>
    <p:sldId id="264" r:id="rId13"/>
    <p:sldId id="266" r:id="rId14"/>
    <p:sldId id="307" r:id="rId15"/>
    <p:sldId id="278" r:id="rId16"/>
    <p:sldId id="265" r:id="rId17"/>
    <p:sldId id="267" r:id="rId18"/>
    <p:sldId id="284" r:id="rId19"/>
    <p:sldId id="268" r:id="rId20"/>
    <p:sldId id="285" r:id="rId21"/>
    <p:sldId id="261" r:id="rId22"/>
    <p:sldId id="269" r:id="rId23"/>
    <p:sldId id="270" r:id="rId24"/>
    <p:sldId id="271" r:id="rId25"/>
    <p:sldId id="272" r:id="rId26"/>
    <p:sldId id="273" r:id="rId27"/>
    <p:sldId id="274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428178"/>
            <a:ext cx="12192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400" b="1" dirty="0">
                <a:solidFill>
                  <a:schemeClr val="accent5"/>
                </a:solidFill>
              </a:rPr>
              <a:t>FRAGILITY ANALYSIS BASED ON ACCELERATION, STRUCTURAL DUCTILITY DAMAGE INDEX, ENERGY DISSIPATION CAPACITY INDEX, EQULIVALENT VISCOUS DAMPING RATIO WITH NONLINEAR DYNAMIC ANALYSIS OF A MULTI-DEGREE-OF-FREEDOM (MDOF) SYSTEM UTILIZING 50 GROUND MOTIONS IN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485AB7-C8E3-213B-3AB7-CDD0C3977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35C28-3E56-68F7-2913-3B891DCB3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AC1EAA-A8C7-313B-AED1-4AC289438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891" y="0"/>
            <a:ext cx="2744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93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some words&#10;&#10;AI-generated content may be incorrect.">
            <a:extLst>
              <a:ext uri="{FF2B5EF4-FFF2-40B4-BE49-F238E27FC236}">
                <a16:creationId xmlns:a16="http://schemas.microsoft.com/office/drawing/2014/main" id="{E4C3F518-02E5-BAF3-B2C3-10659662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562" y="2085975"/>
            <a:ext cx="8524875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C5B33-FE65-F366-A7AF-FED24F27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CE43A-3052-C406-1FD9-9821445A4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7"/>
            <a:ext cx="12192000" cy="658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66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C38B-17E3-4D5A-9963-7E8574F0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AB3DC-5681-2706-AFBC-BFD7F48DC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A3D33-DE37-E425-FC47-4E9C2D9E4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9168DFD-F4D1-88D5-E6A6-A7708F9B9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16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24AFA-0CCF-A951-5D23-8BC371F0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4386C8-E789-BA12-6F17-4EF6D444C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80" y="733286"/>
            <a:ext cx="6591639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172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FF9EC2-DF87-8331-43A8-7B5F66F0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ADB8B-6E38-437C-3068-B8454425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221452-194A-A94F-1C68-562619255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17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A5D6-30CC-2C13-1F9C-D72363F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BE515-E323-3837-C490-976DE30F0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0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A8FDC-DAF9-A547-EB2B-DF34782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D689D-B67D-8659-5E5B-6C57AAF12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064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C105-A9A7-8415-C4B6-612A79A3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88B439-1D18-ECA1-453B-A95F2766A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7753B5-2B21-5836-24F1-9BC669E8C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6253" y="1253358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81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7810-4DB4-D9F6-0814-E74FE816F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37F013-C429-B348-9162-540D19B6F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176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3BA65-0246-62FE-A69C-F7DA4043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05DE7-3804-1BBC-B623-9562458F4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981" y="0"/>
            <a:ext cx="8244038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E77607-4C7D-6465-2931-122A3D385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6" y="1476886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16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FECB-A4BA-36E3-CFA5-09C8755E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33C48D-CF02-BEEE-E41C-E8B558540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176" y="936497"/>
            <a:ext cx="771564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05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24D0-8A23-1434-1CA8-DEC3D1484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95EB85-4EEC-A78A-3C62-66592ED8A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069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D819A-1928-18D7-41BB-26159F85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ED2575-8D7C-1872-F0C9-293C37E74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1047B-9FE5-E09A-A4E8-CFA7F1F43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954" y="3228837"/>
            <a:ext cx="6309360" cy="943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56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2FA3-C5C9-7EEC-59E4-E37C81ED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B233D-5C19-CBB2-4D32-C2D14708F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EEF3E7-EEF7-2F9D-9344-8C033BCEF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83" y="1527921"/>
            <a:ext cx="11373633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692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C678-C004-44B8-4B1E-DA38E6699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B01B305-249E-ED4A-BD77-E0D8979A0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F5945F-2F1D-9CE4-B5F5-63E1AB66A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438" y="3992562"/>
            <a:ext cx="31623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657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5C90-67EB-63BD-EECA-89A2A5C49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7A0396-A725-FDA2-3B9D-798BCA5E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42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AC39B-BF89-6D71-4D0A-02B017BA2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34B97-F0BB-4D83-B270-C1500B2BE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39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0CE58-7650-48F4-683C-8146BF0B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559652-3CC7-AC76-DD29-F0E964DE6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910" y="936497"/>
            <a:ext cx="642018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950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B524-8DFD-020E-3C93-B3300033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892707-3C7E-487F-F522-551B5B982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238" y="936497"/>
            <a:ext cx="629952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06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D7E6E-BFA1-3ACA-84FA-401F33D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33F346-5002-86ED-C7B7-ED94B5C91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203" y="936497"/>
            <a:ext cx="669959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36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EE24F-580F-7007-8CF3-25878C39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F762AD-5ADA-6C8A-DCB9-2021929C5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695" y="0"/>
            <a:ext cx="61686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13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7ED73-0728-CAA7-21A0-8510C127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EFF1F1-BECA-69E4-8EBB-627C4B1CA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02" y="1097280"/>
            <a:ext cx="9509596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674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CD49-6CB3-DF0F-ECA4-2ADB41D1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1B402A-02D3-330F-D9FE-C1359A8BA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3" y="0"/>
            <a:ext cx="6804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069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597</TotalTime>
  <Words>60</Words>
  <Application>Microsoft Office PowerPoint</Application>
  <PresentationFormat>Widescreen</PresentationFormat>
  <Paragraphs>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82</cp:revision>
  <cp:lastPrinted>2025-12-04T16:25:27Z</cp:lastPrinted>
  <dcterms:created xsi:type="dcterms:W3CDTF">2025-07-19T22:10:00Z</dcterms:created>
  <dcterms:modified xsi:type="dcterms:W3CDTF">2026-10-09T09:00:14Z</dcterms:modified>
</cp:coreProperties>
</file>