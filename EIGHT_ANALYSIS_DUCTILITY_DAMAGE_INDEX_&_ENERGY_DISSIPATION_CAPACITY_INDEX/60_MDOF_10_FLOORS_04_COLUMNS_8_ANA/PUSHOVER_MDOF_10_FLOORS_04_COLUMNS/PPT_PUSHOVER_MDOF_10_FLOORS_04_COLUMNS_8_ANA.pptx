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69" r:id="rId4"/>
    <p:sldId id="352" r:id="rId5"/>
    <p:sldId id="380" r:id="rId6"/>
    <p:sldId id="381" r:id="rId7"/>
    <p:sldId id="382" r:id="rId8"/>
    <p:sldId id="383" r:id="rId9"/>
    <p:sldId id="302" r:id="rId10"/>
    <p:sldId id="324" r:id="rId11"/>
    <p:sldId id="306" r:id="rId12"/>
    <p:sldId id="336" r:id="rId13"/>
    <p:sldId id="346" r:id="rId14"/>
    <p:sldId id="354" r:id="rId15"/>
    <p:sldId id="355" r:id="rId16"/>
    <p:sldId id="384" r:id="rId17"/>
    <p:sldId id="368" r:id="rId18"/>
    <p:sldId id="367" r:id="rId19"/>
    <p:sldId id="385" r:id="rId20"/>
    <p:sldId id="386" r:id="rId21"/>
    <p:sldId id="387" r:id="rId22"/>
    <p:sldId id="388" r:id="rId23"/>
    <p:sldId id="39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952500" y="397401"/>
            <a:ext cx="102870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 OF A MULTI-DEGREE-OF-FREEDOM STRUCTURE VIA EVALUATION OF A MULTILINEAR FITTING CURVE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PYTHON SCRIPT IS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807BFF-27A0-F02D-E04A-6D595414E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07"/>
            <a:ext cx="12192000" cy="671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ACF3-78E5-1F20-3A96-CF9C38C8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216FD7-1521-C6C5-86A5-A28055F00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762" y="1754897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F7C493-2D3D-768B-97B4-7C9CBD228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923" y="2814137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0E25A7-EA7C-30FA-8B1D-AA48ED2C3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239" y="1671077"/>
            <a:ext cx="2644141" cy="1005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446245-8DEA-21AE-D24B-F41F54A72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039" y="2897957"/>
            <a:ext cx="2644666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D904E1-DBE7-076E-D7DF-276E40271C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903797"/>
            <a:ext cx="3684335" cy="2834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7F3AC5-11EF-FB47-317E-C231791EC5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071" y="0"/>
            <a:ext cx="4014812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C80E77-3C5B-3D42-C423-DF1D75133BB6}"/>
              </a:ext>
            </a:extLst>
          </p:cNvPr>
          <p:cNvSpPr txBox="1"/>
          <p:nvPr/>
        </p:nvSpPr>
        <p:spPr>
          <a:xfrm>
            <a:off x="3603256" y="185237"/>
            <a:ext cx="78261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Displacement-based seismic analysis transformation,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converting a multi-degree-of-freedom (MDOF) system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into an equivalent single-degree-of-freedom (SDOF)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system for seismic assessment</a:t>
            </a:r>
          </a:p>
        </p:txBody>
      </p:sp>
    </p:spTree>
    <p:extLst>
      <p:ext uri="{BB962C8B-B14F-4D97-AF65-F5344CB8AC3E}">
        <p14:creationId xmlns:p14="http://schemas.microsoft.com/office/powerpoint/2010/main" val="419116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075387-9361-ABFA-A162-3C95FCE65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309"/>
            <a:ext cx="12192000" cy="657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0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07D81-437E-CD66-E907-596CBB53C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839C4D-E105-5D21-D04C-04597E1A3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0B35B9-678F-FBB1-3D5D-07CD0C768B90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01</a:t>
            </a:r>
          </a:p>
        </p:txBody>
      </p:sp>
    </p:spTree>
    <p:extLst>
      <p:ext uri="{BB962C8B-B14F-4D97-AF65-F5344CB8AC3E}">
        <p14:creationId xmlns:p14="http://schemas.microsoft.com/office/powerpoint/2010/main" val="1387389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59E2-F012-4E41-3343-A51CCB8DF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A4F6A4-8607-5951-4AA3-891FB2E6D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BEFE2A-B1E3-2478-1ECF-17F5BCB697E1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02</a:t>
            </a:r>
          </a:p>
        </p:txBody>
      </p:sp>
    </p:spTree>
    <p:extLst>
      <p:ext uri="{BB962C8B-B14F-4D97-AF65-F5344CB8AC3E}">
        <p14:creationId xmlns:p14="http://schemas.microsoft.com/office/powerpoint/2010/main" val="1235629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FF7A4-C61A-5F38-6683-E265FB1DF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112492-1B4E-07E2-F869-4579B9390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2572DE-ACB2-F449-7B69-B78A3105D5C7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03</a:t>
            </a:r>
          </a:p>
        </p:txBody>
      </p:sp>
    </p:spTree>
    <p:extLst>
      <p:ext uri="{BB962C8B-B14F-4D97-AF65-F5344CB8AC3E}">
        <p14:creationId xmlns:p14="http://schemas.microsoft.com/office/powerpoint/2010/main" val="3727533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52F22-C8B0-8A85-DF7F-E4767D66A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5B92AD-5FB8-E12B-7149-2ACCA54F9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8781DF-922D-0FDE-14BE-38A96132CF78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04</a:t>
            </a:r>
          </a:p>
        </p:txBody>
      </p:sp>
    </p:spTree>
    <p:extLst>
      <p:ext uri="{BB962C8B-B14F-4D97-AF65-F5344CB8AC3E}">
        <p14:creationId xmlns:p14="http://schemas.microsoft.com/office/powerpoint/2010/main" val="2816626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C2CFF8-EAC0-E132-406B-91D053960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765"/>
            <a:ext cx="12192000" cy="653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D21137-8108-2C92-0C8B-248620CD3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632F22-E6B0-BEBE-7B0C-C80B45E94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234786"/>
            <a:ext cx="93476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5696-57B9-1595-E925-344B167E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125C37-9D65-E707-77D3-FB8F367AF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461" y="0"/>
            <a:ext cx="79130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8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5DC99-2425-4A35-D093-E249B198E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7725CB-0E03-4A81-650A-4FDA73505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946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27706-AE6A-C56F-2A6F-573755742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F3B5559-3C14-F709-37B7-1E06E7F95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54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255CC-8CA8-E5B9-8A8C-AA21A48CD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A07632-6C08-C9E8-A9F5-F095CE36A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132" y="0"/>
            <a:ext cx="8583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8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8D50B-E437-2A2F-1212-622F94B66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825CCC-D704-EAF6-D109-8E7221269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932"/>
            <a:ext cx="12192000" cy="652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66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C03C-0A81-28ED-C827-04D4E985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24A5B-05E3-8867-DA4C-8C13861B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960" y="396739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236636-5982-5FEC-4061-4CBCE07BE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747" y="5032511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4E75E-9524-1F3A-6EB0-A3F72133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960" y="1936656"/>
            <a:ext cx="2644141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E7277-9876-D9A9-C843-C48041C3C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435" y="3644213"/>
            <a:ext cx="2644666" cy="10058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8CEAFA-2B97-9538-9AAE-FD7886C148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65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02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CECE8-BFAF-C6F8-8109-7C237CC06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CB87B9-E722-9C57-F638-96B9B7108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38" y="365760"/>
            <a:ext cx="10282961" cy="6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34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B3D8F-80C9-96D9-FE86-08A307ABE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FF9440-05A3-1B17-BD24-25E314E4F134}"/>
              </a:ext>
            </a:extLst>
          </p:cNvPr>
          <p:cNvSpPr txBox="1"/>
          <p:nvPr/>
        </p:nvSpPr>
        <p:spPr>
          <a:xfrm>
            <a:off x="2924410" y="962293"/>
            <a:ext cx="752951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rgbClr val="FF0000"/>
                </a:solidFill>
              </a:rPr>
              <a:t>BILINEAR CURVE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[1.19655567e-01 3.80722259e+05]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[7.20000000e-01 3.68200000e+04]]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3181818.18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51138.89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[3181818.18 -572841.59]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6.02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0.10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1011613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6BC4C-492C-F180-7E7F-2CD2B40CA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4CA9A0-59B4-7829-218E-EED0AF5CF164}"/>
              </a:ext>
            </a:extLst>
          </p:cNvPr>
          <p:cNvSpPr txBox="1"/>
          <p:nvPr/>
        </p:nvSpPr>
        <p:spPr>
          <a:xfrm>
            <a:off x="1561982" y="633681"/>
            <a:ext cx="906803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rgbClr val="FF0000"/>
                </a:solidFill>
              </a:rPr>
              <a:t>TRILINEAR CURVE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[2.35630358e-02 7.49732957e+04]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[4.33000000e-01 3.63556135e+05]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[7.20000000e-01 3.68200000e+04]]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3181818.18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51138.89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[ 3181818.18   704828.5  -1138453.43]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30.56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0.49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2778373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E0B7F-CAED-5CB1-438F-167B507A6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7CE0BA-FBAD-91E1-B63C-81807721EBA2}"/>
              </a:ext>
            </a:extLst>
          </p:cNvPr>
          <p:cNvSpPr txBox="1"/>
          <p:nvPr/>
        </p:nvSpPr>
        <p:spPr>
          <a:xfrm>
            <a:off x="571501" y="305068"/>
            <a:ext cx="1002529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rgbClr val="FF0000"/>
                </a:solidFill>
              </a:rPr>
              <a:t>QUADRILINEAR CURVE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[1.01558313e-01 3.23140086e+05]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[4.33000000e-01 3.63556135e+05]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[4.69000000e-01 4.69601085e+04]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[7.20000000e-01 3.68200000e+04]]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3181818.18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51138.89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[ 3181818.18   121940.15 -8794334.08   -40398.84]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7.09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0.11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2660047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67D0F-475A-5F07-6A7B-D605CCA41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89288C-A1E8-6996-0B9F-F57931D08A89}"/>
              </a:ext>
            </a:extLst>
          </p:cNvPr>
          <p:cNvSpPr txBox="1"/>
          <p:nvPr/>
        </p:nvSpPr>
        <p:spPr>
          <a:xfrm>
            <a:off x="571501" y="305068"/>
            <a:ext cx="10025298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rgbClr val="FF0000"/>
                </a:solidFill>
              </a:rPr>
              <a:t>PENTALINEAR CURVE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[1.02268201e-01 3.25398820e+05]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[4.33000000e-01 3.63556135e+05]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[4.69000000e-01 4.69601085e+04]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[6.49000000e-01 3.68200000e+04]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[7.20000000e-01 3.68200000e+04]]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3181818.18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51138.89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[ 3181818.18   115372.38 -8794334.08   -56333.94        0.  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7.04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0.11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2786383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419</Words>
  <Application>Microsoft Office PowerPoint</Application>
  <PresentationFormat>Widescreen</PresentationFormat>
  <Paragraphs>82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180</cp:revision>
  <cp:lastPrinted>2026-03-23T10:01:33Z</cp:lastPrinted>
  <dcterms:created xsi:type="dcterms:W3CDTF">2025-06-03T10:37:48Z</dcterms:created>
  <dcterms:modified xsi:type="dcterms:W3CDTF">2026-10-04T12:50:36Z</dcterms:modified>
</cp:coreProperties>
</file>