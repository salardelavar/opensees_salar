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9" r:id="rId3"/>
    <p:sldId id="286" r:id="rId4"/>
    <p:sldId id="306" r:id="rId5"/>
    <p:sldId id="259" r:id="rId6"/>
    <p:sldId id="277" r:id="rId7"/>
    <p:sldId id="280" r:id="rId8"/>
    <p:sldId id="281" r:id="rId9"/>
    <p:sldId id="282" r:id="rId10"/>
    <p:sldId id="258" r:id="rId11"/>
    <p:sldId id="262" r:id="rId12"/>
    <p:sldId id="263" r:id="rId13"/>
    <p:sldId id="264" r:id="rId14"/>
    <p:sldId id="266" r:id="rId15"/>
    <p:sldId id="307" r:id="rId16"/>
    <p:sldId id="278" r:id="rId17"/>
    <p:sldId id="265" r:id="rId18"/>
    <p:sldId id="267" r:id="rId19"/>
    <p:sldId id="284" r:id="rId20"/>
    <p:sldId id="268" r:id="rId21"/>
    <p:sldId id="285" r:id="rId22"/>
    <p:sldId id="261" r:id="rId23"/>
    <p:sldId id="269" r:id="rId24"/>
    <p:sldId id="270" r:id="rId25"/>
    <p:sldId id="271" r:id="rId26"/>
    <p:sldId id="272" r:id="rId27"/>
    <p:sldId id="273" r:id="rId28"/>
    <p:sldId id="310" r:id="rId29"/>
    <p:sldId id="311" r:id="rId30"/>
    <p:sldId id="312" r:id="rId31"/>
    <p:sldId id="315" r:id="rId32"/>
    <p:sldId id="313" r:id="rId33"/>
    <p:sldId id="314" r:id="rId34"/>
    <p:sldId id="27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03" autoAdjust="0"/>
    <p:restoredTop sz="94660"/>
  </p:normalViewPr>
  <p:slideViewPr>
    <p:cSldViewPr snapToGrid="0">
      <p:cViewPr varScale="1">
        <p:scale>
          <a:sx n="67" d="100"/>
          <a:sy n="67"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92245-1276-2F9E-D5B0-858A91816B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13E768-FFE3-7815-78D5-91112BB1C6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A52766-3E21-CB4A-82C0-46288AEC9D2F}"/>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5" name="Footer Placeholder 4">
            <a:extLst>
              <a:ext uri="{FF2B5EF4-FFF2-40B4-BE49-F238E27FC236}">
                <a16:creationId xmlns:a16="http://schemas.microsoft.com/office/drawing/2014/main" id="{5F88DB7A-10EE-3704-B39C-032E9D3BB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E80BD-6007-1289-B37F-A3B86E5A5237}"/>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1114928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FEE2-115A-A17E-63AD-EFD34DA98E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8AA150-0100-3322-EFBC-8F7B5070F9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928C0-0033-802C-E79A-7CD6CD0D360E}"/>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5" name="Footer Placeholder 4">
            <a:extLst>
              <a:ext uri="{FF2B5EF4-FFF2-40B4-BE49-F238E27FC236}">
                <a16:creationId xmlns:a16="http://schemas.microsoft.com/office/drawing/2014/main" id="{3CAA8EB8-26C7-9467-044A-CF1E938154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8633F3-E6C8-3F6D-1147-29FF1F8713E7}"/>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2790166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8B423-DAF8-0E0F-6C0E-5467191286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A4F5A3-39F5-FE10-BCBD-C93CF8FD66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FF3D4A-6F8E-6A62-F4E8-B378EEA78187}"/>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5" name="Footer Placeholder 4">
            <a:extLst>
              <a:ext uri="{FF2B5EF4-FFF2-40B4-BE49-F238E27FC236}">
                <a16:creationId xmlns:a16="http://schemas.microsoft.com/office/drawing/2014/main" id="{002F05A8-C580-405C-D60E-84001B268D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CABA7-CC78-7F02-3408-DB85F62C3936}"/>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1172434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41B7-39C8-823B-CC59-35153E8257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50C828-0508-4355-5B68-4317D71ED9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7D2EEB-B816-3A5B-19C1-C0A4D3F574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4C860E-1A81-1092-C9B5-8146CB332788}"/>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6" name="Footer Placeholder 5">
            <a:extLst>
              <a:ext uri="{FF2B5EF4-FFF2-40B4-BE49-F238E27FC236}">
                <a16:creationId xmlns:a16="http://schemas.microsoft.com/office/drawing/2014/main" id="{69F5232A-29A2-3DAC-A37D-77AB957BF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BE3C4A-2511-851F-7953-1E61C4A0642F}"/>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3071403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A5D00-0737-CE4A-B8A5-0783B1E368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F921C7-D02F-70CD-8FDC-2822B75DF5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CBED4B-4097-9EA8-D1BA-E0B9658524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B402CB-474E-B23A-B7E7-3C4D4D086E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28195B-E362-8663-33C6-56FE6C3521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95DA75-710F-65B2-961E-30840DF9AD10}"/>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8" name="Footer Placeholder 7">
            <a:extLst>
              <a:ext uri="{FF2B5EF4-FFF2-40B4-BE49-F238E27FC236}">
                <a16:creationId xmlns:a16="http://schemas.microsoft.com/office/drawing/2014/main" id="{316A42F6-5E2F-5825-1C6B-5BE0046985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79B0B2-2C67-56A7-193B-69765CCE9637}"/>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993230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B8F7B-80F7-19C6-B80C-0C0CF3F3C3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E8FD69-092D-6BDA-D9AF-22CF64AB8996}"/>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4" name="Footer Placeholder 3">
            <a:extLst>
              <a:ext uri="{FF2B5EF4-FFF2-40B4-BE49-F238E27FC236}">
                <a16:creationId xmlns:a16="http://schemas.microsoft.com/office/drawing/2014/main" id="{2B6BE809-34ED-B5F0-8846-FE910F545D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A6C6A0-3AE3-102B-A313-9C4E69C47AC5}"/>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399440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05B8BF-5605-410F-B44F-6B871103DE86}"/>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3" name="Footer Placeholder 2">
            <a:extLst>
              <a:ext uri="{FF2B5EF4-FFF2-40B4-BE49-F238E27FC236}">
                <a16:creationId xmlns:a16="http://schemas.microsoft.com/office/drawing/2014/main" id="{9BF9717B-7E28-E366-687F-A197A2EC45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6F4F25-65E4-3A6D-97E2-32EF396800BE}"/>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4188658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FE1C-859D-2857-DDB1-0647595117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E8714A-2C98-5B95-9336-9EA5B796BC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4214F3-EC79-61BC-7D9C-4F194A79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531B14-F832-5CB9-9887-5C5FB28CC673}"/>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6" name="Footer Placeholder 5">
            <a:extLst>
              <a:ext uri="{FF2B5EF4-FFF2-40B4-BE49-F238E27FC236}">
                <a16:creationId xmlns:a16="http://schemas.microsoft.com/office/drawing/2014/main" id="{0C1EE5BD-507A-353E-52F9-A753D1CE4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55F285-7269-ED7F-7469-E912875D802A}"/>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1036973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BAEE1-44BC-0EC7-C1EB-6C4110C7DF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AD776E-5982-147A-117C-B50DC019E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86F07E-BAB3-1705-3C79-368299BC2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CF9324-B58E-B8D8-D0DA-5A36B74DD3F1}"/>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6" name="Footer Placeholder 5">
            <a:extLst>
              <a:ext uri="{FF2B5EF4-FFF2-40B4-BE49-F238E27FC236}">
                <a16:creationId xmlns:a16="http://schemas.microsoft.com/office/drawing/2014/main" id="{FB37E76E-25EB-0AB3-6842-6970C7AE98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6116AD-D76C-2558-A652-06D103ABA2CF}"/>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2622800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6204F-D122-27C9-090E-42FC8AF08A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F1615F-858B-AEFF-C7CF-3421CE0151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8EE5AF-DE31-5F99-ED57-439E21AAAF04}"/>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5" name="Footer Placeholder 4">
            <a:extLst>
              <a:ext uri="{FF2B5EF4-FFF2-40B4-BE49-F238E27FC236}">
                <a16:creationId xmlns:a16="http://schemas.microsoft.com/office/drawing/2014/main" id="{18D5A380-E2F2-B1AF-0759-DA66F788E2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51CFAB-1B57-D8DA-9D28-F48AE83E9C1B}"/>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4065730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252860-0AF7-5AD0-FC1A-F0F7C7D49B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CCD87F-ED33-3366-FB71-BF447F0FA5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DD05CC-BFAE-4598-2B14-715A5CA8F044}"/>
              </a:ext>
            </a:extLst>
          </p:cNvPr>
          <p:cNvSpPr>
            <a:spLocks noGrp="1"/>
          </p:cNvSpPr>
          <p:nvPr>
            <p:ph type="dt" sz="half" idx="10"/>
          </p:nvPr>
        </p:nvSpPr>
        <p:spPr/>
        <p:txBody>
          <a:bodyPr/>
          <a:lstStyle/>
          <a:p>
            <a:fld id="{A4A06ADF-130A-4EE9-BF7A-7391C22933F6}" type="datetimeFigureOut">
              <a:rPr lang="en-US" smtClean="0"/>
              <a:t>10/18/2026</a:t>
            </a:fld>
            <a:endParaRPr lang="en-US"/>
          </a:p>
        </p:txBody>
      </p:sp>
      <p:sp>
        <p:nvSpPr>
          <p:cNvPr id="5" name="Footer Placeholder 4">
            <a:extLst>
              <a:ext uri="{FF2B5EF4-FFF2-40B4-BE49-F238E27FC236}">
                <a16:creationId xmlns:a16="http://schemas.microsoft.com/office/drawing/2014/main" id="{9EB40842-DBF5-EDB4-199D-93F4C8AFE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EBF08-6E14-6701-3F45-7D7E158A2126}"/>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1794366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6A5D77-A0A2-8A52-2947-4EBC405A8C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7C1375-CAB9-E2AA-1717-3FCDE62D9B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2EC21-C9BE-5113-F6E0-5F2D9831D3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A06ADF-130A-4EE9-BF7A-7391C22933F6}" type="datetimeFigureOut">
              <a:rPr lang="en-US" smtClean="0"/>
              <a:t>10/18/2026</a:t>
            </a:fld>
            <a:endParaRPr lang="en-US"/>
          </a:p>
        </p:txBody>
      </p:sp>
      <p:sp>
        <p:nvSpPr>
          <p:cNvPr id="5" name="Footer Placeholder 4">
            <a:extLst>
              <a:ext uri="{FF2B5EF4-FFF2-40B4-BE49-F238E27FC236}">
                <a16:creationId xmlns:a16="http://schemas.microsoft.com/office/drawing/2014/main" id="{0C2B3C76-6C60-2408-276B-3733231AD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2067AB-4761-7DA8-277A-E5F7A6564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790AE0-150F-4B70-8E43-8E49767670F8}" type="slidenum">
              <a:rPr lang="en-US" smtClean="0"/>
              <a:t>‹#›</a:t>
            </a:fld>
            <a:endParaRPr lang="en-US"/>
          </a:p>
        </p:txBody>
      </p:sp>
    </p:spTree>
    <p:extLst>
      <p:ext uri="{BB962C8B-B14F-4D97-AF65-F5344CB8AC3E}">
        <p14:creationId xmlns:p14="http://schemas.microsoft.com/office/powerpoint/2010/main" val="3335185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C09E288-CB9B-3660-66A6-85C2B1FC54AA}"/>
              </a:ext>
            </a:extLst>
          </p:cNvPr>
          <p:cNvSpPr txBox="1"/>
          <p:nvPr/>
        </p:nvSpPr>
        <p:spPr>
          <a:xfrm>
            <a:off x="0" y="597455"/>
            <a:ext cx="12192000" cy="5663089"/>
          </a:xfrm>
          <a:prstGeom prst="rect">
            <a:avLst/>
          </a:prstGeom>
          <a:noFill/>
        </p:spPr>
        <p:txBody>
          <a:bodyPr wrap="square" rtlCol="0">
            <a:spAutoFit/>
          </a:bodyPr>
          <a:lstStyle/>
          <a:p>
            <a:pPr algn="ctr"/>
            <a:r>
              <a:rPr lang="en-US" sz="1600" b="1" dirty="0">
                <a:solidFill>
                  <a:schemeClr val="accent3"/>
                </a:solidFill>
              </a:rPr>
              <a:t>&gt;&gt; IN THE NAME OF ALLAH, THE MOST GRACIOUS, THE MOST MERCIFUL &lt;&lt;</a:t>
            </a:r>
          </a:p>
          <a:p>
            <a:pPr algn="ctr"/>
            <a:r>
              <a:rPr lang="en-US" sz="6600" b="1" dirty="0">
                <a:solidFill>
                  <a:schemeClr val="accent5"/>
                </a:solidFill>
              </a:rPr>
              <a:t>PARAMETRIC NONLINEAR SEISMIC DEMAND SPECTRA OF A MULTI-DEGREE-OF-FREEDOM (MDOF) SYSTEMS WITH VARIABLE DUCTILITY CAPACITY</a:t>
            </a:r>
          </a:p>
          <a:p>
            <a:pPr algn="ctr"/>
            <a:r>
              <a:rPr lang="en-US" sz="1600" b="1" dirty="0">
                <a:solidFill>
                  <a:schemeClr val="accent3"/>
                </a:solidFill>
              </a:rPr>
              <a:t>WRITTEN BY SALAR DELAVAR GHASHGHAEI (QASHQAI)  </a:t>
            </a:r>
          </a:p>
        </p:txBody>
      </p:sp>
    </p:spTree>
    <p:extLst>
      <p:ext uri="{BB962C8B-B14F-4D97-AF65-F5344CB8AC3E}">
        <p14:creationId xmlns:p14="http://schemas.microsoft.com/office/powerpoint/2010/main" val="2913548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BF7EA-DC27-756F-9EAA-CFEC55CAA4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D7A49F-C96B-3846-5031-25FFD0C0173F}"/>
              </a:ext>
            </a:extLst>
          </p:cNvPr>
          <p:cNvSpPr txBox="1"/>
          <p:nvPr/>
        </p:nvSpPr>
        <p:spPr>
          <a:xfrm>
            <a:off x="0" y="0"/>
            <a:ext cx="12192000" cy="6740307"/>
          </a:xfrm>
          <a:prstGeom prst="rect">
            <a:avLst/>
          </a:prstGeom>
          <a:noFill/>
        </p:spPr>
        <p:txBody>
          <a:bodyPr wrap="square" rtlCol="0">
            <a:spAutoFit/>
          </a:bodyPr>
          <a:lstStyle/>
          <a:p>
            <a:r>
              <a:rPr lang="en-US" sz="2400" b="1" dirty="0"/>
              <a:t>This </a:t>
            </a:r>
            <a:r>
              <a:rPr lang="en-US" sz="2400" b="1" dirty="0" err="1"/>
              <a:t>OpenSees</a:t>
            </a:r>
            <a:r>
              <a:rPr lang="en-US" sz="2400" b="1" dirty="0"/>
              <a:t> script performs a nonlinear MDOF column ductility response-spectrum analysis that characterizes an oscillator’s hysteretic behavior, energy dissipation, and damage under earthquake excitation. It defines mass, stiffness, yield strength, ultimate displacement, and damping; applies a cyclic displacement protocol to establish baseline energy dissipation; then runs nonlinear time-history analyses with Newmark integration over a parametric sweep of periods. For each period, it extracts peak displacement, velocity, acceleration, and base reaction, and computes the Ductility Damage Index, Energy Dissipation Capacity Index, and Equivalent Viscous Damping Ratio. Finally, it statistically processes and plots displacement, velocity, acceleration, base-reaction, DDI, EDCI, and EVDR spectra, generates fragility information, and exports results for</a:t>
            </a:r>
          </a:p>
          <a:p>
            <a:r>
              <a:rPr lang="en-US" sz="2400" b="1" dirty="0"/>
              <a:t>performance-based earthquake engineering and parametric studies.</a:t>
            </a:r>
          </a:p>
          <a:p>
            <a:endParaRPr lang="en-US" sz="2400" b="1" dirty="0"/>
          </a:p>
          <a:p>
            <a:r>
              <a:rPr lang="en-US" sz="2400" b="1" dirty="0"/>
              <a:t>Since the structure was assumed to be inelastic and the response spectra were then plotted for the energy dissipation capacity index and the ductility damage index, this shows the natural period beyond which an increase in the structure’s period leads to a higher probability of damage, and as the ductility ratio of the structure increases, the level of damage decreases.</a:t>
            </a:r>
          </a:p>
        </p:txBody>
      </p:sp>
    </p:spTree>
    <p:extLst>
      <p:ext uri="{BB962C8B-B14F-4D97-AF65-F5344CB8AC3E}">
        <p14:creationId xmlns:p14="http://schemas.microsoft.com/office/powerpoint/2010/main" val="3128245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4D527-182C-3B60-4E09-421863039E9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0485AB7-C8E3-213B-3AB7-CDD0C3977521}"/>
              </a:ext>
            </a:extLst>
          </p:cNvPr>
          <p:cNvPicPr>
            <a:picLocks noChangeAspect="1"/>
          </p:cNvPicPr>
          <p:nvPr/>
        </p:nvPicPr>
        <p:blipFill>
          <a:blip r:embed="rId2"/>
          <a:stretch>
            <a:fillRect/>
          </a:stretch>
        </p:blipFill>
        <p:spPr>
          <a:xfrm>
            <a:off x="0" y="69107"/>
            <a:ext cx="12192000" cy="6719786"/>
          </a:xfrm>
          <a:prstGeom prst="rect">
            <a:avLst/>
          </a:prstGeom>
        </p:spPr>
      </p:pic>
    </p:spTree>
    <p:extLst>
      <p:ext uri="{BB962C8B-B14F-4D97-AF65-F5344CB8AC3E}">
        <p14:creationId xmlns:p14="http://schemas.microsoft.com/office/powerpoint/2010/main" val="2835740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35C28-3E56-68F7-2913-3B891DCB385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EAC1EAA-A8C7-313B-AED1-4AC289438E5C}"/>
              </a:ext>
            </a:extLst>
          </p:cNvPr>
          <p:cNvPicPr>
            <a:picLocks noChangeAspect="1"/>
          </p:cNvPicPr>
          <p:nvPr/>
        </p:nvPicPr>
        <p:blipFill>
          <a:blip r:embed="rId2"/>
          <a:stretch>
            <a:fillRect/>
          </a:stretch>
        </p:blipFill>
        <p:spPr>
          <a:xfrm>
            <a:off x="4723891" y="0"/>
            <a:ext cx="2744218" cy="6858000"/>
          </a:xfrm>
          <a:prstGeom prst="rect">
            <a:avLst/>
          </a:prstGeom>
        </p:spPr>
      </p:pic>
    </p:spTree>
    <p:extLst>
      <p:ext uri="{BB962C8B-B14F-4D97-AF65-F5344CB8AC3E}">
        <p14:creationId xmlns:p14="http://schemas.microsoft.com/office/powerpoint/2010/main" val="3080193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BF7EA-DC27-756F-9EAA-CFEC55CAA47D}"/>
            </a:ext>
          </a:extLst>
        </p:cNvPr>
        <p:cNvGrpSpPr/>
        <p:nvPr/>
      </p:nvGrpSpPr>
      <p:grpSpPr>
        <a:xfrm>
          <a:off x="0" y="0"/>
          <a:ext cx="0" cy="0"/>
          <a:chOff x="0" y="0"/>
          <a:chExt cx="0" cy="0"/>
        </a:xfrm>
      </p:grpSpPr>
      <p:pic>
        <p:nvPicPr>
          <p:cNvPr id="3" name="Picture 2" descr="A close-up of some words&#10;&#10;AI-generated content may be incorrect.">
            <a:extLst>
              <a:ext uri="{FF2B5EF4-FFF2-40B4-BE49-F238E27FC236}">
                <a16:creationId xmlns:a16="http://schemas.microsoft.com/office/drawing/2014/main" id="{E4C3F518-02E5-BAF3-B2C3-10659662AF26}"/>
              </a:ext>
            </a:extLst>
          </p:cNvPr>
          <p:cNvPicPr>
            <a:picLocks noChangeAspect="1"/>
          </p:cNvPicPr>
          <p:nvPr/>
        </p:nvPicPr>
        <p:blipFill>
          <a:blip r:embed="rId2"/>
          <a:stretch>
            <a:fillRect/>
          </a:stretch>
        </p:blipFill>
        <p:spPr>
          <a:xfrm>
            <a:off x="1833562" y="2085975"/>
            <a:ext cx="8524875" cy="2686050"/>
          </a:xfrm>
          <a:prstGeom prst="rect">
            <a:avLst/>
          </a:prstGeom>
        </p:spPr>
      </p:pic>
    </p:spTree>
    <p:extLst>
      <p:ext uri="{BB962C8B-B14F-4D97-AF65-F5344CB8AC3E}">
        <p14:creationId xmlns:p14="http://schemas.microsoft.com/office/powerpoint/2010/main" val="3281976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C5B33-FE65-F366-A7AF-FED24F272E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EC94DDF-B149-89CA-69D0-0F5FADD226FA}"/>
              </a:ext>
            </a:extLst>
          </p:cNvPr>
          <p:cNvPicPr>
            <a:picLocks noChangeAspect="1"/>
          </p:cNvPicPr>
          <p:nvPr/>
        </p:nvPicPr>
        <p:blipFill>
          <a:blip r:embed="rId2"/>
          <a:stretch>
            <a:fillRect/>
          </a:stretch>
        </p:blipFill>
        <p:spPr>
          <a:xfrm>
            <a:off x="0" y="149307"/>
            <a:ext cx="12192000" cy="6559386"/>
          </a:xfrm>
          <a:prstGeom prst="rect">
            <a:avLst/>
          </a:prstGeom>
        </p:spPr>
      </p:pic>
    </p:spTree>
    <p:extLst>
      <p:ext uri="{BB962C8B-B14F-4D97-AF65-F5344CB8AC3E}">
        <p14:creationId xmlns:p14="http://schemas.microsoft.com/office/powerpoint/2010/main" val="2360066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8C38B-17E3-4D5A-9963-7E8574F04B8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003C10-6EA0-358C-5ADA-8E4FD2C0DA28}"/>
              </a:ext>
            </a:extLst>
          </p:cNvPr>
          <p:cNvPicPr>
            <a:picLocks noChangeAspect="1"/>
          </p:cNvPicPr>
          <p:nvPr/>
        </p:nvPicPr>
        <p:blipFill>
          <a:blip r:embed="rId2"/>
          <a:stretch>
            <a:fillRect/>
          </a:stretch>
        </p:blipFill>
        <p:spPr>
          <a:xfrm>
            <a:off x="2943063" y="733286"/>
            <a:ext cx="6305874" cy="5391427"/>
          </a:xfrm>
          <a:prstGeom prst="rect">
            <a:avLst/>
          </a:prstGeom>
        </p:spPr>
      </p:pic>
    </p:spTree>
    <p:extLst>
      <p:ext uri="{BB962C8B-B14F-4D97-AF65-F5344CB8AC3E}">
        <p14:creationId xmlns:p14="http://schemas.microsoft.com/office/powerpoint/2010/main" val="1925742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A3D33-DE37-E425-FC47-4E9C2D9E4D2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568352A-5687-8D36-B903-98F70FF1A5D9}"/>
              </a:ext>
            </a:extLst>
          </p:cNvPr>
          <p:cNvPicPr>
            <a:picLocks noChangeAspect="1"/>
          </p:cNvPicPr>
          <p:nvPr/>
        </p:nvPicPr>
        <p:blipFill>
          <a:blip r:embed="rId2"/>
          <a:stretch>
            <a:fillRect/>
          </a:stretch>
        </p:blipFill>
        <p:spPr>
          <a:xfrm>
            <a:off x="2943063" y="733286"/>
            <a:ext cx="6305874" cy="5391427"/>
          </a:xfrm>
          <a:prstGeom prst="rect">
            <a:avLst/>
          </a:prstGeom>
        </p:spPr>
      </p:pic>
    </p:spTree>
    <p:extLst>
      <p:ext uri="{BB962C8B-B14F-4D97-AF65-F5344CB8AC3E}">
        <p14:creationId xmlns:p14="http://schemas.microsoft.com/office/powerpoint/2010/main" val="990016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24AFA-0CCF-A951-5D23-8BC371F054E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E37C3C6-96F8-F8C8-CCD5-8FB016D3B11B}"/>
              </a:ext>
            </a:extLst>
          </p:cNvPr>
          <p:cNvPicPr>
            <a:picLocks noChangeAspect="1"/>
          </p:cNvPicPr>
          <p:nvPr/>
        </p:nvPicPr>
        <p:blipFill>
          <a:blip r:embed="rId2"/>
          <a:stretch>
            <a:fillRect/>
          </a:stretch>
        </p:blipFill>
        <p:spPr>
          <a:xfrm>
            <a:off x="2943063" y="799965"/>
            <a:ext cx="6305874" cy="5258070"/>
          </a:xfrm>
          <a:prstGeom prst="rect">
            <a:avLst/>
          </a:prstGeom>
        </p:spPr>
      </p:pic>
    </p:spTree>
    <p:extLst>
      <p:ext uri="{BB962C8B-B14F-4D97-AF65-F5344CB8AC3E}">
        <p14:creationId xmlns:p14="http://schemas.microsoft.com/office/powerpoint/2010/main" val="1670172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CDF46-10CD-2617-2D90-ACB296357D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F787FD-CE12-D281-4E41-9E7182A36BBA}"/>
              </a:ext>
            </a:extLst>
          </p:cNvPr>
          <p:cNvPicPr>
            <a:picLocks noChangeAspect="1"/>
          </p:cNvPicPr>
          <p:nvPr/>
        </p:nvPicPr>
        <p:blipFill>
          <a:blip r:embed="rId2"/>
          <a:stretch>
            <a:fillRect/>
          </a:stretch>
        </p:blipFill>
        <p:spPr>
          <a:xfrm>
            <a:off x="1973981" y="0"/>
            <a:ext cx="8244038" cy="6858000"/>
          </a:xfrm>
          <a:prstGeom prst="rect">
            <a:avLst/>
          </a:prstGeom>
        </p:spPr>
      </p:pic>
    </p:spTree>
    <p:extLst>
      <p:ext uri="{BB962C8B-B14F-4D97-AF65-F5344CB8AC3E}">
        <p14:creationId xmlns:p14="http://schemas.microsoft.com/office/powerpoint/2010/main" val="3297555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ADB8B-6E38-437C-3068-B8454425FD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E66BA1A-132F-897A-1896-0E51EF4944C9}"/>
              </a:ext>
            </a:extLst>
          </p:cNvPr>
          <p:cNvPicPr>
            <a:picLocks noChangeAspect="1"/>
          </p:cNvPicPr>
          <p:nvPr/>
        </p:nvPicPr>
        <p:blipFill>
          <a:blip r:embed="rId2"/>
          <a:stretch>
            <a:fillRect/>
          </a:stretch>
        </p:blipFill>
        <p:spPr>
          <a:xfrm>
            <a:off x="1973981" y="0"/>
            <a:ext cx="8244038" cy="6858000"/>
          </a:xfrm>
          <a:prstGeom prst="rect">
            <a:avLst/>
          </a:prstGeom>
        </p:spPr>
      </p:pic>
    </p:spTree>
    <p:extLst>
      <p:ext uri="{BB962C8B-B14F-4D97-AF65-F5344CB8AC3E}">
        <p14:creationId xmlns:p14="http://schemas.microsoft.com/office/powerpoint/2010/main" val="2214317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3A5D6-30CC-2C13-1F9C-D72363F55C3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87CB4B1-9B5C-78BC-F489-685117D3BD34}"/>
              </a:ext>
            </a:extLst>
          </p:cNvPr>
          <p:cNvPicPr>
            <a:picLocks noChangeAspect="1"/>
          </p:cNvPicPr>
          <p:nvPr/>
        </p:nvPicPr>
        <p:blipFill>
          <a:blip r:embed="rId2"/>
          <a:stretch>
            <a:fillRect/>
          </a:stretch>
        </p:blipFill>
        <p:spPr>
          <a:xfrm>
            <a:off x="1973981" y="0"/>
            <a:ext cx="8244038" cy="6858000"/>
          </a:xfrm>
          <a:prstGeom prst="rect">
            <a:avLst/>
          </a:prstGeom>
        </p:spPr>
      </p:pic>
    </p:spTree>
    <p:extLst>
      <p:ext uri="{BB962C8B-B14F-4D97-AF65-F5344CB8AC3E}">
        <p14:creationId xmlns:p14="http://schemas.microsoft.com/office/powerpoint/2010/main" val="281160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8FDC-DAF9-A547-EB2B-DF347820C09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3BBE525-75B7-240D-B64B-A5BF92FF8C8A}"/>
              </a:ext>
            </a:extLst>
          </p:cNvPr>
          <p:cNvPicPr>
            <a:picLocks noChangeAspect="1"/>
          </p:cNvPicPr>
          <p:nvPr/>
        </p:nvPicPr>
        <p:blipFill>
          <a:blip r:embed="rId2"/>
          <a:stretch>
            <a:fillRect/>
          </a:stretch>
        </p:blipFill>
        <p:spPr>
          <a:xfrm>
            <a:off x="1973981" y="0"/>
            <a:ext cx="8244038" cy="6858000"/>
          </a:xfrm>
          <a:prstGeom prst="rect">
            <a:avLst/>
          </a:prstGeom>
        </p:spPr>
      </p:pic>
    </p:spTree>
    <p:extLst>
      <p:ext uri="{BB962C8B-B14F-4D97-AF65-F5344CB8AC3E}">
        <p14:creationId xmlns:p14="http://schemas.microsoft.com/office/powerpoint/2010/main" val="1332064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3C105-A9A7-8415-C4B6-612A79A3853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10A68C7-F720-1255-9363-57166BD969B2}"/>
              </a:ext>
            </a:extLst>
          </p:cNvPr>
          <p:cNvPicPr>
            <a:picLocks noChangeAspect="1"/>
          </p:cNvPicPr>
          <p:nvPr/>
        </p:nvPicPr>
        <p:blipFill>
          <a:blip r:embed="rId2"/>
          <a:stretch>
            <a:fillRect/>
          </a:stretch>
        </p:blipFill>
        <p:spPr>
          <a:xfrm>
            <a:off x="1973981" y="0"/>
            <a:ext cx="8244038" cy="6858000"/>
          </a:xfrm>
          <a:prstGeom prst="rect">
            <a:avLst/>
          </a:prstGeom>
        </p:spPr>
      </p:pic>
      <p:pic>
        <p:nvPicPr>
          <p:cNvPr id="7" name="Picture 6">
            <a:extLst>
              <a:ext uri="{FF2B5EF4-FFF2-40B4-BE49-F238E27FC236}">
                <a16:creationId xmlns:a16="http://schemas.microsoft.com/office/drawing/2014/main" id="{11379324-5130-25B2-4030-02A06B7095E8}"/>
              </a:ext>
            </a:extLst>
          </p:cNvPr>
          <p:cNvPicPr>
            <a:picLocks noChangeAspect="1"/>
          </p:cNvPicPr>
          <p:nvPr/>
        </p:nvPicPr>
        <p:blipFill>
          <a:blip r:embed="rId3"/>
          <a:stretch>
            <a:fillRect/>
          </a:stretch>
        </p:blipFill>
        <p:spPr>
          <a:xfrm>
            <a:off x="3444916" y="1610546"/>
            <a:ext cx="6309360" cy="943403"/>
          </a:xfrm>
          <a:prstGeom prst="rect">
            <a:avLst/>
          </a:prstGeom>
        </p:spPr>
      </p:pic>
    </p:spTree>
    <p:extLst>
      <p:ext uri="{BB962C8B-B14F-4D97-AF65-F5344CB8AC3E}">
        <p14:creationId xmlns:p14="http://schemas.microsoft.com/office/powerpoint/2010/main" val="1378681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77810-4DB4-D9F6-0814-E74FE816F18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CCCC215-9A83-9E98-1C8D-F45B8424F2BD}"/>
              </a:ext>
            </a:extLst>
          </p:cNvPr>
          <p:cNvPicPr>
            <a:picLocks noChangeAspect="1"/>
          </p:cNvPicPr>
          <p:nvPr/>
        </p:nvPicPr>
        <p:blipFill>
          <a:blip r:embed="rId2"/>
          <a:stretch>
            <a:fillRect/>
          </a:stretch>
        </p:blipFill>
        <p:spPr>
          <a:xfrm>
            <a:off x="1973981" y="0"/>
            <a:ext cx="8244038" cy="6858000"/>
          </a:xfrm>
          <a:prstGeom prst="rect">
            <a:avLst/>
          </a:prstGeom>
        </p:spPr>
      </p:pic>
    </p:spTree>
    <p:extLst>
      <p:ext uri="{BB962C8B-B14F-4D97-AF65-F5344CB8AC3E}">
        <p14:creationId xmlns:p14="http://schemas.microsoft.com/office/powerpoint/2010/main" val="1988176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3BA65-0246-62FE-A69C-F7DA4043CBF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0EA9610-EACC-B190-F6A8-F2217EFCC8C8}"/>
              </a:ext>
            </a:extLst>
          </p:cNvPr>
          <p:cNvPicPr>
            <a:picLocks noChangeAspect="1"/>
          </p:cNvPicPr>
          <p:nvPr/>
        </p:nvPicPr>
        <p:blipFill>
          <a:blip r:embed="rId2"/>
          <a:stretch>
            <a:fillRect/>
          </a:stretch>
        </p:blipFill>
        <p:spPr>
          <a:xfrm>
            <a:off x="1973981" y="0"/>
            <a:ext cx="8244038" cy="6858000"/>
          </a:xfrm>
          <a:prstGeom prst="rect">
            <a:avLst/>
          </a:prstGeom>
        </p:spPr>
      </p:pic>
      <p:pic>
        <p:nvPicPr>
          <p:cNvPr id="7" name="Picture 6">
            <a:extLst>
              <a:ext uri="{FF2B5EF4-FFF2-40B4-BE49-F238E27FC236}">
                <a16:creationId xmlns:a16="http://schemas.microsoft.com/office/drawing/2014/main" id="{20F26410-B010-2643-46A5-8BF25C444843}"/>
              </a:ext>
            </a:extLst>
          </p:cNvPr>
          <p:cNvPicPr>
            <a:picLocks noChangeAspect="1"/>
          </p:cNvPicPr>
          <p:nvPr/>
        </p:nvPicPr>
        <p:blipFill>
          <a:blip r:embed="rId3"/>
          <a:stretch>
            <a:fillRect/>
          </a:stretch>
        </p:blipFill>
        <p:spPr>
          <a:xfrm>
            <a:off x="818367" y="1241835"/>
            <a:ext cx="11373633" cy="731520"/>
          </a:xfrm>
          <a:prstGeom prst="rect">
            <a:avLst/>
          </a:prstGeom>
        </p:spPr>
      </p:pic>
    </p:spTree>
    <p:extLst>
      <p:ext uri="{BB962C8B-B14F-4D97-AF65-F5344CB8AC3E}">
        <p14:creationId xmlns:p14="http://schemas.microsoft.com/office/powerpoint/2010/main" val="3747616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4FECB-A4BA-36E3-CFA5-09C8755E5FA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0AF52AE-41C8-8028-5541-2A982E6BF6D5}"/>
              </a:ext>
            </a:extLst>
          </p:cNvPr>
          <p:cNvPicPr>
            <a:picLocks noChangeAspect="1"/>
          </p:cNvPicPr>
          <p:nvPr/>
        </p:nvPicPr>
        <p:blipFill>
          <a:blip r:embed="rId2"/>
          <a:stretch>
            <a:fillRect/>
          </a:stretch>
        </p:blipFill>
        <p:spPr>
          <a:xfrm>
            <a:off x="2238176" y="936497"/>
            <a:ext cx="7715647" cy="4985006"/>
          </a:xfrm>
          <a:prstGeom prst="rect">
            <a:avLst/>
          </a:prstGeom>
        </p:spPr>
      </p:pic>
    </p:spTree>
    <p:extLst>
      <p:ext uri="{BB962C8B-B14F-4D97-AF65-F5344CB8AC3E}">
        <p14:creationId xmlns:p14="http://schemas.microsoft.com/office/powerpoint/2010/main" val="4112053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124D0-8A23-1434-1CA8-DEC3D14844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F77C19-AEEB-3BAE-06F8-D17B4ADDFE14}"/>
              </a:ext>
            </a:extLst>
          </p:cNvPr>
          <p:cNvPicPr>
            <a:picLocks noChangeAspect="1"/>
          </p:cNvPicPr>
          <p:nvPr/>
        </p:nvPicPr>
        <p:blipFill>
          <a:blip r:embed="rId2"/>
          <a:stretch>
            <a:fillRect/>
          </a:stretch>
        </p:blipFill>
        <p:spPr>
          <a:xfrm>
            <a:off x="929881" y="0"/>
            <a:ext cx="10332238" cy="6858000"/>
          </a:xfrm>
          <a:prstGeom prst="rect">
            <a:avLst/>
          </a:prstGeom>
        </p:spPr>
      </p:pic>
    </p:spTree>
    <p:extLst>
      <p:ext uri="{BB962C8B-B14F-4D97-AF65-F5344CB8AC3E}">
        <p14:creationId xmlns:p14="http://schemas.microsoft.com/office/powerpoint/2010/main" val="2927306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819A-1928-18D7-41BB-26159F85830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7AEB9CA-C421-8984-DA2D-15860BB89CF7}"/>
              </a:ext>
            </a:extLst>
          </p:cNvPr>
          <p:cNvPicPr>
            <a:picLocks noChangeAspect="1"/>
          </p:cNvPicPr>
          <p:nvPr/>
        </p:nvPicPr>
        <p:blipFill>
          <a:blip r:embed="rId2"/>
          <a:stretch>
            <a:fillRect/>
          </a:stretch>
        </p:blipFill>
        <p:spPr>
          <a:xfrm>
            <a:off x="929881" y="0"/>
            <a:ext cx="10332238" cy="6858000"/>
          </a:xfrm>
          <a:prstGeom prst="rect">
            <a:avLst/>
          </a:prstGeom>
        </p:spPr>
      </p:pic>
      <p:pic>
        <p:nvPicPr>
          <p:cNvPr id="6" name="Picture 5">
            <a:extLst>
              <a:ext uri="{FF2B5EF4-FFF2-40B4-BE49-F238E27FC236}">
                <a16:creationId xmlns:a16="http://schemas.microsoft.com/office/drawing/2014/main" id="{1BF072CD-6D24-4E5F-1FC8-A406561AC2EF}"/>
              </a:ext>
            </a:extLst>
          </p:cNvPr>
          <p:cNvPicPr>
            <a:picLocks noChangeAspect="1"/>
          </p:cNvPicPr>
          <p:nvPr/>
        </p:nvPicPr>
        <p:blipFill>
          <a:blip r:embed="rId3"/>
          <a:stretch>
            <a:fillRect/>
          </a:stretch>
        </p:blipFill>
        <p:spPr>
          <a:xfrm>
            <a:off x="3635166" y="3429000"/>
            <a:ext cx="6309360" cy="943403"/>
          </a:xfrm>
          <a:prstGeom prst="rect">
            <a:avLst/>
          </a:prstGeom>
        </p:spPr>
      </p:pic>
    </p:spTree>
    <p:extLst>
      <p:ext uri="{BB962C8B-B14F-4D97-AF65-F5344CB8AC3E}">
        <p14:creationId xmlns:p14="http://schemas.microsoft.com/office/powerpoint/2010/main" val="1439056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52FA3-C5C9-7EEC-59E4-E37C81ED551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B499BF6-6634-37C4-B5CC-7D901CF1DFC8}"/>
              </a:ext>
            </a:extLst>
          </p:cNvPr>
          <p:cNvPicPr>
            <a:picLocks noChangeAspect="1"/>
          </p:cNvPicPr>
          <p:nvPr/>
        </p:nvPicPr>
        <p:blipFill>
          <a:blip r:embed="rId2"/>
          <a:stretch>
            <a:fillRect/>
          </a:stretch>
        </p:blipFill>
        <p:spPr>
          <a:xfrm>
            <a:off x="929881" y="0"/>
            <a:ext cx="10332238" cy="6858000"/>
          </a:xfrm>
          <a:prstGeom prst="rect">
            <a:avLst/>
          </a:prstGeom>
        </p:spPr>
      </p:pic>
      <p:pic>
        <p:nvPicPr>
          <p:cNvPr id="6" name="Picture 5">
            <a:extLst>
              <a:ext uri="{FF2B5EF4-FFF2-40B4-BE49-F238E27FC236}">
                <a16:creationId xmlns:a16="http://schemas.microsoft.com/office/drawing/2014/main" id="{13CB9634-8EDF-276F-FA58-DF730B46ED42}"/>
              </a:ext>
            </a:extLst>
          </p:cNvPr>
          <p:cNvPicPr>
            <a:picLocks noChangeAspect="1"/>
          </p:cNvPicPr>
          <p:nvPr/>
        </p:nvPicPr>
        <p:blipFill>
          <a:blip r:embed="rId3"/>
          <a:stretch>
            <a:fillRect/>
          </a:stretch>
        </p:blipFill>
        <p:spPr>
          <a:xfrm>
            <a:off x="1353080" y="2324334"/>
            <a:ext cx="11373633" cy="731520"/>
          </a:xfrm>
          <a:prstGeom prst="rect">
            <a:avLst/>
          </a:prstGeom>
        </p:spPr>
      </p:pic>
    </p:spTree>
    <p:extLst>
      <p:ext uri="{BB962C8B-B14F-4D97-AF65-F5344CB8AC3E}">
        <p14:creationId xmlns:p14="http://schemas.microsoft.com/office/powerpoint/2010/main" val="4170692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BC678-C004-44B8-4B1E-DA38E6699A8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73B2D6-C52F-3052-19C1-70FD6A0D6C33}"/>
              </a:ext>
            </a:extLst>
          </p:cNvPr>
          <p:cNvPicPr>
            <a:picLocks noChangeAspect="1"/>
          </p:cNvPicPr>
          <p:nvPr/>
        </p:nvPicPr>
        <p:blipFill>
          <a:blip r:embed="rId2"/>
          <a:stretch>
            <a:fillRect/>
          </a:stretch>
        </p:blipFill>
        <p:spPr>
          <a:xfrm>
            <a:off x="929881" y="0"/>
            <a:ext cx="10332238" cy="6858000"/>
          </a:xfrm>
          <a:prstGeom prst="rect">
            <a:avLst/>
          </a:prstGeom>
        </p:spPr>
      </p:pic>
      <p:pic>
        <p:nvPicPr>
          <p:cNvPr id="5" name="Picture 4">
            <a:extLst>
              <a:ext uri="{FF2B5EF4-FFF2-40B4-BE49-F238E27FC236}">
                <a16:creationId xmlns:a16="http://schemas.microsoft.com/office/drawing/2014/main" id="{00C76C18-08D2-F796-ECBF-4A79530B956F}"/>
              </a:ext>
            </a:extLst>
          </p:cNvPr>
          <p:cNvPicPr>
            <a:picLocks noChangeAspect="1"/>
          </p:cNvPicPr>
          <p:nvPr/>
        </p:nvPicPr>
        <p:blipFill>
          <a:blip r:embed="rId3"/>
          <a:stretch>
            <a:fillRect/>
          </a:stretch>
        </p:blipFill>
        <p:spPr>
          <a:xfrm>
            <a:off x="4921251" y="1428750"/>
            <a:ext cx="3162300" cy="1028700"/>
          </a:xfrm>
          <a:prstGeom prst="rect">
            <a:avLst/>
          </a:prstGeom>
        </p:spPr>
      </p:pic>
    </p:spTree>
    <p:extLst>
      <p:ext uri="{BB962C8B-B14F-4D97-AF65-F5344CB8AC3E}">
        <p14:creationId xmlns:p14="http://schemas.microsoft.com/office/powerpoint/2010/main" val="1927657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05C90-67EB-63BD-EECA-89A2A5C4901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45DFE6-335D-ACED-95EC-491CD0CD2313}"/>
              </a:ext>
            </a:extLst>
          </p:cNvPr>
          <p:cNvPicPr>
            <a:picLocks noChangeAspect="1"/>
          </p:cNvPicPr>
          <p:nvPr/>
        </p:nvPicPr>
        <p:blipFill>
          <a:blip r:embed="rId2"/>
          <a:stretch>
            <a:fillRect/>
          </a:stretch>
        </p:blipFill>
        <p:spPr>
          <a:xfrm>
            <a:off x="929881" y="0"/>
            <a:ext cx="10332238" cy="6858000"/>
          </a:xfrm>
          <a:prstGeom prst="rect">
            <a:avLst/>
          </a:prstGeom>
        </p:spPr>
      </p:pic>
    </p:spTree>
    <p:extLst>
      <p:ext uri="{BB962C8B-B14F-4D97-AF65-F5344CB8AC3E}">
        <p14:creationId xmlns:p14="http://schemas.microsoft.com/office/powerpoint/2010/main" val="1898742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AC39B-BF89-6D71-4D0A-02B017BA2E8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DE32E0-5C33-E256-E5EB-22D4FA8A3429}"/>
              </a:ext>
            </a:extLst>
          </p:cNvPr>
          <p:cNvPicPr>
            <a:picLocks noChangeAspect="1"/>
          </p:cNvPicPr>
          <p:nvPr/>
        </p:nvPicPr>
        <p:blipFill>
          <a:blip r:embed="rId2"/>
          <a:stretch>
            <a:fillRect/>
          </a:stretch>
        </p:blipFill>
        <p:spPr>
          <a:xfrm>
            <a:off x="2847808" y="936497"/>
            <a:ext cx="6496384" cy="4985006"/>
          </a:xfrm>
          <a:prstGeom prst="rect">
            <a:avLst/>
          </a:prstGeom>
        </p:spPr>
      </p:pic>
    </p:spTree>
    <p:extLst>
      <p:ext uri="{BB962C8B-B14F-4D97-AF65-F5344CB8AC3E}">
        <p14:creationId xmlns:p14="http://schemas.microsoft.com/office/powerpoint/2010/main" val="2119839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0CE58-7650-48F4-683C-8146BF0B2FE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0AC8F53-F816-3DE0-03AB-8689672BE827}"/>
              </a:ext>
            </a:extLst>
          </p:cNvPr>
          <p:cNvPicPr>
            <a:picLocks noChangeAspect="1"/>
          </p:cNvPicPr>
          <p:nvPr/>
        </p:nvPicPr>
        <p:blipFill>
          <a:blip r:embed="rId2"/>
          <a:stretch>
            <a:fillRect/>
          </a:stretch>
        </p:blipFill>
        <p:spPr>
          <a:xfrm>
            <a:off x="2885910" y="936497"/>
            <a:ext cx="6420180" cy="4985006"/>
          </a:xfrm>
          <a:prstGeom prst="rect">
            <a:avLst/>
          </a:prstGeom>
        </p:spPr>
      </p:pic>
    </p:spTree>
    <p:extLst>
      <p:ext uri="{BB962C8B-B14F-4D97-AF65-F5344CB8AC3E}">
        <p14:creationId xmlns:p14="http://schemas.microsoft.com/office/powerpoint/2010/main" val="3663950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EB524-8DFD-020E-3C93-B3300033210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2552289-EA65-9C51-9BA6-149287B4C887}"/>
              </a:ext>
            </a:extLst>
          </p:cNvPr>
          <p:cNvPicPr>
            <a:picLocks noChangeAspect="1"/>
          </p:cNvPicPr>
          <p:nvPr/>
        </p:nvPicPr>
        <p:blipFill>
          <a:blip r:embed="rId2"/>
          <a:stretch>
            <a:fillRect/>
          </a:stretch>
        </p:blipFill>
        <p:spPr>
          <a:xfrm>
            <a:off x="2946238" y="936497"/>
            <a:ext cx="6299524" cy="4985006"/>
          </a:xfrm>
          <a:prstGeom prst="rect">
            <a:avLst/>
          </a:prstGeom>
        </p:spPr>
      </p:pic>
    </p:spTree>
    <p:extLst>
      <p:ext uri="{BB962C8B-B14F-4D97-AF65-F5344CB8AC3E}">
        <p14:creationId xmlns:p14="http://schemas.microsoft.com/office/powerpoint/2010/main" val="2772106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D7E6E-BFA1-3ACA-84FA-401F33DA81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8054DFE-439A-0A53-5A5F-2F38AA8E27F0}"/>
              </a:ext>
            </a:extLst>
          </p:cNvPr>
          <p:cNvPicPr>
            <a:picLocks noChangeAspect="1"/>
          </p:cNvPicPr>
          <p:nvPr/>
        </p:nvPicPr>
        <p:blipFill>
          <a:blip r:embed="rId2"/>
          <a:stretch>
            <a:fillRect/>
          </a:stretch>
        </p:blipFill>
        <p:spPr>
          <a:xfrm>
            <a:off x="2946238" y="936497"/>
            <a:ext cx="6299524" cy="4985006"/>
          </a:xfrm>
          <a:prstGeom prst="rect">
            <a:avLst/>
          </a:prstGeom>
        </p:spPr>
      </p:pic>
    </p:spTree>
    <p:extLst>
      <p:ext uri="{BB962C8B-B14F-4D97-AF65-F5344CB8AC3E}">
        <p14:creationId xmlns:p14="http://schemas.microsoft.com/office/powerpoint/2010/main" val="3833336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EE24F-580F-7007-8CF3-25878C39BCC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22915ED-DC52-6944-1B32-69EC3D93F34A}"/>
              </a:ext>
            </a:extLst>
          </p:cNvPr>
          <p:cNvPicPr>
            <a:picLocks noChangeAspect="1"/>
          </p:cNvPicPr>
          <p:nvPr/>
        </p:nvPicPr>
        <p:blipFill>
          <a:blip r:embed="rId2"/>
          <a:stretch>
            <a:fillRect/>
          </a:stretch>
        </p:blipFill>
        <p:spPr>
          <a:xfrm>
            <a:off x="2231826" y="936497"/>
            <a:ext cx="7728347" cy="4985006"/>
          </a:xfrm>
          <a:prstGeom prst="rect">
            <a:avLst/>
          </a:prstGeom>
        </p:spPr>
      </p:pic>
    </p:spTree>
    <p:extLst>
      <p:ext uri="{BB962C8B-B14F-4D97-AF65-F5344CB8AC3E}">
        <p14:creationId xmlns:p14="http://schemas.microsoft.com/office/powerpoint/2010/main" val="2713513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F53AF-2FDD-E959-0C1F-0C225891F15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0389DDB-C3B2-AE53-4756-64D48D17B169}"/>
              </a:ext>
            </a:extLst>
          </p:cNvPr>
          <p:cNvPicPr>
            <a:picLocks noChangeAspect="1"/>
          </p:cNvPicPr>
          <p:nvPr/>
        </p:nvPicPr>
        <p:blipFill>
          <a:blip r:embed="rId2"/>
          <a:stretch>
            <a:fillRect/>
          </a:stretch>
        </p:blipFill>
        <p:spPr>
          <a:xfrm>
            <a:off x="2231826" y="936497"/>
            <a:ext cx="7728347" cy="4985006"/>
          </a:xfrm>
          <a:prstGeom prst="rect">
            <a:avLst/>
          </a:prstGeom>
        </p:spPr>
      </p:pic>
    </p:spTree>
    <p:extLst>
      <p:ext uri="{BB962C8B-B14F-4D97-AF65-F5344CB8AC3E}">
        <p14:creationId xmlns:p14="http://schemas.microsoft.com/office/powerpoint/2010/main" val="2870025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14366-7199-D062-939B-84F2DEA960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3F329F0-5219-E4FE-3B97-AB77E797D3BC}"/>
              </a:ext>
            </a:extLst>
          </p:cNvPr>
          <p:cNvPicPr>
            <a:picLocks noChangeAspect="1"/>
          </p:cNvPicPr>
          <p:nvPr/>
        </p:nvPicPr>
        <p:blipFill>
          <a:blip r:embed="rId2"/>
          <a:stretch>
            <a:fillRect/>
          </a:stretch>
        </p:blipFill>
        <p:spPr>
          <a:xfrm>
            <a:off x="2231826" y="936497"/>
            <a:ext cx="7728347" cy="4985006"/>
          </a:xfrm>
          <a:prstGeom prst="rect">
            <a:avLst/>
          </a:prstGeom>
        </p:spPr>
      </p:pic>
    </p:spTree>
    <p:extLst>
      <p:ext uri="{BB962C8B-B14F-4D97-AF65-F5344CB8AC3E}">
        <p14:creationId xmlns:p14="http://schemas.microsoft.com/office/powerpoint/2010/main" val="1553108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D87CB-9731-CB6E-110F-9E371101CD1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8DBB0A-E92B-C064-372E-369EF0CDB8CE}"/>
              </a:ext>
            </a:extLst>
          </p:cNvPr>
          <p:cNvPicPr>
            <a:picLocks noChangeAspect="1"/>
          </p:cNvPicPr>
          <p:nvPr/>
        </p:nvPicPr>
        <p:blipFill>
          <a:blip r:embed="rId2"/>
          <a:stretch>
            <a:fillRect/>
          </a:stretch>
        </p:blipFill>
        <p:spPr>
          <a:xfrm>
            <a:off x="2231826" y="936497"/>
            <a:ext cx="7728347" cy="4985006"/>
          </a:xfrm>
          <a:prstGeom prst="rect">
            <a:avLst/>
          </a:prstGeom>
        </p:spPr>
      </p:pic>
    </p:spTree>
    <p:extLst>
      <p:ext uri="{BB962C8B-B14F-4D97-AF65-F5344CB8AC3E}">
        <p14:creationId xmlns:p14="http://schemas.microsoft.com/office/powerpoint/2010/main" val="1593760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D8F4E-687F-F596-95E9-9FBA95F94BD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3A9A4A2-73BF-2BC8-0083-7503A119B9EF}"/>
              </a:ext>
            </a:extLst>
          </p:cNvPr>
          <p:cNvPicPr>
            <a:picLocks noChangeAspect="1"/>
          </p:cNvPicPr>
          <p:nvPr/>
        </p:nvPicPr>
        <p:blipFill>
          <a:blip r:embed="rId2"/>
          <a:stretch>
            <a:fillRect/>
          </a:stretch>
        </p:blipFill>
        <p:spPr>
          <a:xfrm>
            <a:off x="281518" y="5921503"/>
            <a:ext cx="11373633" cy="731520"/>
          </a:xfrm>
          <a:prstGeom prst="rect">
            <a:avLst/>
          </a:prstGeom>
        </p:spPr>
      </p:pic>
      <p:pic>
        <p:nvPicPr>
          <p:cNvPr id="10" name="Picture 9">
            <a:extLst>
              <a:ext uri="{FF2B5EF4-FFF2-40B4-BE49-F238E27FC236}">
                <a16:creationId xmlns:a16="http://schemas.microsoft.com/office/drawing/2014/main" id="{4756727F-DA75-7384-7D9A-E08D5F2EC528}"/>
              </a:ext>
            </a:extLst>
          </p:cNvPr>
          <p:cNvPicPr>
            <a:picLocks noChangeAspect="1"/>
          </p:cNvPicPr>
          <p:nvPr/>
        </p:nvPicPr>
        <p:blipFill>
          <a:blip r:embed="rId3"/>
          <a:stretch>
            <a:fillRect/>
          </a:stretch>
        </p:blipFill>
        <p:spPr>
          <a:xfrm>
            <a:off x="2098469" y="579309"/>
            <a:ext cx="7995061" cy="4985006"/>
          </a:xfrm>
          <a:prstGeom prst="rect">
            <a:avLst/>
          </a:prstGeom>
        </p:spPr>
      </p:pic>
    </p:spTree>
    <p:extLst>
      <p:ext uri="{BB962C8B-B14F-4D97-AF65-F5344CB8AC3E}">
        <p14:creationId xmlns:p14="http://schemas.microsoft.com/office/powerpoint/2010/main" val="4523353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B5890-9504-9178-AA35-1DDFF0B90FF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930FE3F-9CEE-94BF-8FAF-8B27514667FE}"/>
              </a:ext>
            </a:extLst>
          </p:cNvPr>
          <p:cNvPicPr>
            <a:picLocks noChangeAspect="1"/>
          </p:cNvPicPr>
          <p:nvPr/>
        </p:nvPicPr>
        <p:blipFill>
          <a:blip r:embed="rId2"/>
          <a:stretch>
            <a:fillRect/>
          </a:stretch>
        </p:blipFill>
        <p:spPr>
          <a:xfrm>
            <a:off x="3011695" y="0"/>
            <a:ext cx="6168609" cy="6858000"/>
          </a:xfrm>
          <a:prstGeom prst="rect">
            <a:avLst/>
          </a:prstGeom>
        </p:spPr>
      </p:pic>
    </p:spTree>
    <p:extLst>
      <p:ext uri="{BB962C8B-B14F-4D97-AF65-F5344CB8AC3E}">
        <p14:creationId xmlns:p14="http://schemas.microsoft.com/office/powerpoint/2010/main" val="3356524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C1829-95ED-084C-C195-6A64FDD32E2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0F7768-3E1F-23DA-593A-8B3F07C99E2E}"/>
              </a:ext>
            </a:extLst>
          </p:cNvPr>
          <p:cNvPicPr>
            <a:picLocks noChangeAspect="1"/>
          </p:cNvPicPr>
          <p:nvPr/>
        </p:nvPicPr>
        <p:blipFill>
          <a:blip r:embed="rId2"/>
          <a:stretch>
            <a:fillRect/>
          </a:stretch>
        </p:blipFill>
        <p:spPr>
          <a:xfrm>
            <a:off x="250735" y="562520"/>
            <a:ext cx="11690529" cy="5732959"/>
          </a:xfrm>
          <a:prstGeom prst="rect">
            <a:avLst/>
          </a:prstGeom>
        </p:spPr>
      </p:pic>
    </p:spTree>
    <p:extLst>
      <p:ext uri="{BB962C8B-B14F-4D97-AF65-F5344CB8AC3E}">
        <p14:creationId xmlns:p14="http://schemas.microsoft.com/office/powerpoint/2010/main" val="4015303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7ED73-0728-CAA7-21A0-8510C127F88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2D86C61-1C6A-4867-BFE9-24E0BEEA5896}"/>
              </a:ext>
            </a:extLst>
          </p:cNvPr>
          <p:cNvPicPr>
            <a:picLocks noChangeAspect="1"/>
          </p:cNvPicPr>
          <p:nvPr/>
        </p:nvPicPr>
        <p:blipFill>
          <a:blip r:embed="rId2"/>
          <a:stretch>
            <a:fillRect/>
          </a:stretch>
        </p:blipFill>
        <p:spPr>
          <a:xfrm>
            <a:off x="2693773" y="0"/>
            <a:ext cx="6804454" cy="6858000"/>
          </a:xfrm>
          <a:prstGeom prst="rect">
            <a:avLst/>
          </a:prstGeom>
        </p:spPr>
      </p:pic>
    </p:spTree>
    <p:extLst>
      <p:ext uri="{BB962C8B-B14F-4D97-AF65-F5344CB8AC3E}">
        <p14:creationId xmlns:p14="http://schemas.microsoft.com/office/powerpoint/2010/main" val="1778667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957</TotalTime>
  <Words>244</Words>
  <Application>Microsoft Office PowerPoint</Application>
  <PresentationFormat>Widescreen</PresentationFormat>
  <Paragraphs>7</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salar dq</dc:creator>
  <cp:lastModifiedBy>salar dq</cp:lastModifiedBy>
  <cp:revision>92</cp:revision>
  <cp:lastPrinted>2025-12-04T16:25:27Z</cp:lastPrinted>
  <dcterms:created xsi:type="dcterms:W3CDTF">2025-07-19T22:10:00Z</dcterms:created>
  <dcterms:modified xsi:type="dcterms:W3CDTF">2026-10-18T16:32:57Z</dcterms:modified>
</cp:coreProperties>
</file>