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06" r:id="rId4"/>
    <p:sldId id="259" r:id="rId5"/>
    <p:sldId id="277" r:id="rId6"/>
    <p:sldId id="280" r:id="rId7"/>
    <p:sldId id="281" r:id="rId8"/>
    <p:sldId id="282" r:id="rId9"/>
    <p:sldId id="258" r:id="rId10"/>
    <p:sldId id="262" r:id="rId11"/>
    <p:sldId id="263" r:id="rId12"/>
    <p:sldId id="264" r:id="rId13"/>
    <p:sldId id="286" r:id="rId14"/>
    <p:sldId id="287" r:id="rId15"/>
    <p:sldId id="288" r:id="rId16"/>
    <p:sldId id="289" r:id="rId17"/>
    <p:sldId id="265" r:id="rId18"/>
    <p:sldId id="291" r:id="rId19"/>
    <p:sldId id="292" r:id="rId20"/>
    <p:sldId id="293" r:id="rId21"/>
    <p:sldId id="294" r:id="rId22"/>
    <p:sldId id="295" r:id="rId23"/>
    <p:sldId id="296" r:id="rId24"/>
    <p:sldId id="297" r:id="rId25"/>
    <p:sldId id="290" r:id="rId26"/>
    <p:sldId id="267" r:id="rId27"/>
    <p:sldId id="284" r:id="rId28"/>
    <p:sldId id="268" r:id="rId29"/>
    <p:sldId id="285" r:id="rId30"/>
    <p:sldId id="261" r:id="rId31"/>
    <p:sldId id="269" r:id="rId32"/>
    <p:sldId id="270" r:id="rId33"/>
    <p:sldId id="271" r:id="rId34"/>
    <p:sldId id="272" r:id="rId35"/>
    <p:sldId id="298" r:id="rId36"/>
    <p:sldId id="299" r:id="rId37"/>
    <p:sldId id="300" r:id="rId38"/>
    <p:sldId id="301" r:id="rId39"/>
    <p:sldId id="302" r:id="rId40"/>
    <p:sldId id="303" r:id="rId41"/>
    <p:sldId id="304" r:id="rId42"/>
    <p:sldId id="305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03" autoAdjust="0"/>
    <p:restoredTop sz="94660"/>
  </p:normalViewPr>
  <p:slideViewPr>
    <p:cSldViewPr snapToGrid="0">
      <p:cViewPr varScale="1">
        <p:scale>
          <a:sx n="67" d="100"/>
          <a:sy n="67" d="100"/>
        </p:scale>
        <p:origin x="8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92245-1276-2F9E-D5B0-858A91816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13E768-FFE3-7815-78D5-91112BB1C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52766-3E21-CB4A-82C0-46288AEC9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8DB7A-10EE-3704-B39C-032E9D3BB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E80BD-6007-1289-B37F-A3B86E5A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928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7FEE2-115A-A17E-63AD-EFD34DA98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AA150-0100-3322-EFBC-8F7B5070F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928C0-0033-802C-E79A-7CD6CD0D3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A8EB8-26C7-9467-044A-CF1E9381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633F3-E6C8-3F6D-1147-29FF1F871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166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8B423-DAF8-0E0F-6C0E-546719128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4F5A3-39F5-FE10-BCBD-C93CF8FD6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F3D4A-6F8E-6A62-F4E8-B378EEA78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F05A8-C580-405C-D60E-84001B268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CABA7-CC78-7F02-3408-DB85F62C3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434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041B7-39C8-823B-CC59-35153E825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0C828-0508-4355-5B68-4317D71ED9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7D2EEB-B816-3A5B-19C1-C0A4D3F57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C860E-1A81-1092-C9B5-8146CB332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5232A-29A2-3DAC-A37D-77AB957BF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E3C4A-2511-851F-7953-1E61C4A06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03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A5D00-0737-CE4A-B8A5-0783B1E36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F921C7-D02F-70CD-8FDC-2822B75DF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CBED4B-4097-9EA8-D1BA-E0B9658524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B402CB-474E-B23A-B7E7-3C4D4D086E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28195B-E362-8663-33C6-56FE6C3521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95DA75-710F-65B2-961E-30840DF9A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6A42F6-5E2F-5825-1C6B-5BE004698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79B0B2-2C67-56A7-193B-69765CCE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230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B8F7B-80F7-19C6-B80C-0C0CF3F3C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E8FD69-092D-6BDA-D9AF-22CF64AB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6BE809-34ED-B5F0-8846-FE910F545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A6C6A0-3AE3-102B-A313-9C4E69C47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0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05B8BF-5605-410F-B44F-6B871103D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F9717B-7E28-E366-687F-A197A2EC4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F4F25-65E4-3A6D-97E2-32EF3968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658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9FE1C-859D-2857-DDB1-064759511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8714A-2C98-5B95-9336-9EA5B796B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4214F3-EC79-61BC-7D9C-4F194A79F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31B14-F832-5CB9-9887-5C5FB28CC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EE5BD-507A-353E-52F9-A753D1CE4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55F285-7269-ED7F-7469-E912875D8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73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BAEE1-44BC-0EC7-C1EB-6C4110C7D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AD776E-5982-147A-117C-B50DC019E6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86F07E-BAB3-1705-3C79-368299BC27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CF9324-B58E-B8D8-D0DA-5A36B74DD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7E76E-25EB-0AB3-6842-6970C7AE9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116AD-D76C-2558-A652-06D103ABA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800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204F-D122-27C9-090E-42FC8AF08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F1615F-858B-AEFF-C7CF-3421CE015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EE5AF-DE31-5F99-ED57-439E21AAA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5A380-E2F2-B1AF-0759-DA66F788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1CFAB-1B57-D8DA-9D28-F48AE83E9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30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252860-0AF7-5AD0-FC1A-F0F7C7D49B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CCD87F-ED33-3366-FB71-BF447F0FA5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D05CC-BFAE-4598-2B14-715A5CA8F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40842-DBF5-EDB4-199D-93F4C8AFE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EBF08-6E14-6701-3F45-7D7E158A2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66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6A5D77-A0A2-8A52-2947-4EBC405A8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C1375-CAB9-E2AA-1717-3FCDE62D9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2EC21-C9BE-5113-F6E0-5F2D9831D3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A06ADF-130A-4EE9-BF7A-7391C22933F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B3C76-6C60-2408-276B-3733231AD7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067AB-4761-7DA8-277A-E5F7A6564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185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C09E288-CB9B-3660-66A6-85C2B1FC54AA}"/>
              </a:ext>
            </a:extLst>
          </p:cNvPr>
          <p:cNvSpPr txBox="1"/>
          <p:nvPr/>
        </p:nvSpPr>
        <p:spPr>
          <a:xfrm>
            <a:off x="0" y="428178"/>
            <a:ext cx="121920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4400" b="1" dirty="0">
                <a:solidFill>
                  <a:schemeClr val="accent5"/>
                </a:solidFill>
              </a:rPr>
              <a:t>FRAGILITY ANALYSIS BASED ON ACCELERATION, STRUCTURAL DUCTILITY DAMAGE INDEX, ENERGY DISSIPATION CAPACITY INDEX, EQULIVALENT VISCOUS DAMPING RATIO WITH NONLINEAR DYNAMIC ANALYSIS OF A MULTI-DEGREE-OF-FREEDOM (MDOF) SYSTEM UTILIZING 200 GROUND MOTIONS IN OPENSEES</a:t>
            </a:r>
          </a:p>
          <a:p>
            <a:pPr algn="ctr"/>
            <a:r>
              <a:rPr lang="en-US" sz="1600" b="1" dirty="0">
                <a:solidFill>
                  <a:schemeClr val="accent3"/>
                </a:solidFill>
              </a:rPr>
              <a:t>WRITTEN BY SALAR DELAVAR GHASHGHAEI (QASHQAI)  </a:t>
            </a:r>
          </a:p>
        </p:txBody>
      </p:sp>
    </p:spTree>
    <p:extLst>
      <p:ext uri="{BB962C8B-B14F-4D97-AF65-F5344CB8AC3E}">
        <p14:creationId xmlns:p14="http://schemas.microsoft.com/office/powerpoint/2010/main" val="2913548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4D527-182C-3B60-4E09-421863039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AB3657-7919-D981-8992-0A3F5FB9E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727" y="0"/>
            <a:ext cx="118905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338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35C28-3E56-68F7-2913-3B891DCB3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EAC1EAA-A8C7-313B-AED1-4AC289438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3891" y="0"/>
            <a:ext cx="27442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193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BF7EA-DC27-756F-9EAA-CFEC55CAA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some words&#10;&#10;AI-generated content may be incorrect.">
            <a:extLst>
              <a:ext uri="{FF2B5EF4-FFF2-40B4-BE49-F238E27FC236}">
                <a16:creationId xmlns:a16="http://schemas.microsoft.com/office/drawing/2014/main" id="{E4C3F518-02E5-BAF3-B2C3-10659662A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562" y="2085975"/>
            <a:ext cx="8524875" cy="268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976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C5B33-FE65-F366-A7AF-FED24F272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A410092-A849-0D7F-8C71-2B5A93BD2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202"/>
            <a:ext cx="12192000" cy="6621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066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8C38B-17E3-4D5A-9963-7E8574F04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40AFE38-8780-4170-0BAC-07BCFA010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149" y="457200"/>
            <a:ext cx="695170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742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A3D33-DE37-E425-FC47-4E9C2D9E4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1423EE-22FF-A44B-A010-234181B645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016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24AFA-0CCF-A951-5D23-8BC371F05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62E468-950D-FA5D-C2ED-9B97A08AE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2407" y="733286"/>
            <a:ext cx="6547186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172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CDF46-10CD-2617-2D90-ACB296357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65F9CD-A49F-C785-7803-A10C8C77EF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9342" y="777738"/>
            <a:ext cx="7093315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555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ADB8B-6E38-437C-3068-B8454425F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EFA745-1CEF-07DE-C229-720C7B56D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128" y="276063"/>
            <a:ext cx="8623743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3173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3A5D6-30CC-2C13-1F9C-D72363F55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A40AD5-64DE-65F4-94A8-9C3E74201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239" y="777738"/>
            <a:ext cx="9163521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601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A8FDC-DAF9-A547-EB2B-DF347820C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DCC47D-6571-B95B-23EE-96BC2F7EB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055" y="276063"/>
            <a:ext cx="8553890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0640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452F6-3BAC-A9AB-1505-6E38DCE9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CF48B3E-518F-DE75-CEE4-ED5AC1A8D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997" y="777738"/>
            <a:ext cx="8846005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9910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E26A2-954A-C11B-2B18-791012DF6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F2E4582-D96E-4EBF-5ED0-8F04D99C7A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055" y="276063"/>
            <a:ext cx="8553890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3929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46ADA-ACD1-012C-26CC-8DBE897D7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FC4CA44-9B12-890B-8228-FACDF0805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233" y="777738"/>
            <a:ext cx="9417534" cy="53025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111BCD-FDBA-4CA4-CEF1-D774358232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275" y="3135312"/>
            <a:ext cx="3162300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387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029D0-CF3C-EA4C-3D1A-E4FED1C33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20A4538-22A2-3F28-DB1D-ABC33C9DC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870287" y="3246119"/>
            <a:ext cx="5686817" cy="3657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D0CCC57-00DA-5A89-8B83-75B6B69FC9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0303" y="276062"/>
            <a:ext cx="8553890" cy="63058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02E9438-9455-B4D7-2543-F36E78FAAE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2487" y="1406524"/>
            <a:ext cx="3162300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5974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4FECB-A4BA-36E3-CFA5-09C8755E5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7F6F111-F9BD-5282-A3E5-EA0460D52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498" y="936497"/>
            <a:ext cx="7849003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0538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AF195-6EBF-CD6E-A47D-1B9BEEFAA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F36BE1D-AC23-A7EA-06A5-6923983C42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877" y="936497"/>
            <a:ext cx="7690245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8447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6211B-F6DD-9EC6-EF05-F4B3DAC5A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81F883C-360A-991B-B44B-F4EB5B0F21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549" y="936497"/>
            <a:ext cx="781090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0480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899DB-B764-ABFA-3D15-096F932B5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B95A09-377A-D8A5-3A86-643C3B58D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1170" y="936497"/>
            <a:ext cx="7969660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4441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CF99D-08D9-2588-A0B2-AAD0CCEF6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7ABB0E9-C62B-6DB5-EA4A-25FF8B1BA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600" y="936497"/>
            <a:ext cx="7772799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8523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DFD41-4906-E5D1-4425-A40A6D3E6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52CCB47-B027-1E56-0AF0-6992BF9C5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600" y="936497"/>
            <a:ext cx="7772799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5658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AB48C-BD09-36AA-CA1E-0B118DD84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E838DD7-AD02-FD5E-D429-F03A5E4BA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1973" y="936497"/>
            <a:ext cx="7868054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3455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A2347-ED9D-8634-21B5-2E4D3845B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F3CF535-5EE1-A76B-28EC-6AEB8AA63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826" y="936497"/>
            <a:ext cx="7728347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960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37C3D-742D-EED6-4510-F06AAACAD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DC12CB-1549-DF94-34AD-C2DE6D205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6899" y="936497"/>
            <a:ext cx="779820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8126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124D0-8A23-1434-1CA8-DEC3D1484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97E36B1-91B1-B901-D569-06BE25CD0C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81" y="0"/>
            <a:ext cx="103322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3069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D819A-1928-18D7-41BB-26159F858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81367C-D970-DA93-B117-C31232B74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928" y="0"/>
            <a:ext cx="1031414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C3AA1B2-F2CF-F68A-8A75-CBCBEFB7D3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5257" y="1577018"/>
            <a:ext cx="6309360" cy="94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0567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52FA3-C5C9-7EEC-59E4-E37C81ED5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6321436-5C9F-AD45-2DE9-E21E3971C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81" y="0"/>
            <a:ext cx="10332238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1FE5307-4384-A167-6AA9-904107A826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1514" y="1735319"/>
            <a:ext cx="11373633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6929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BC678-C004-44B8-4B1E-DA38E6699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2F65050-9CAC-E6A8-53AF-BE6AB2EBF7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81" y="0"/>
            <a:ext cx="10332238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8F6E152-BF76-C5B8-AC8E-2FB6E3F332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6789" y="1663698"/>
            <a:ext cx="3162300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6574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05C90-67EB-63BD-EECA-89A2A5C49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6F55013-6358-FDE8-07D8-3E8EE6B74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81" y="0"/>
            <a:ext cx="103322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7428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AC39B-BF89-6D71-4D0A-02B017BA2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7D34D30-84CC-27C4-4981-FC587846D1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6531" y="936497"/>
            <a:ext cx="6578938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8391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0CE58-7650-48F4-683C-8146BF0B2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916AF2F-1A8A-6B93-0A73-13B535977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7808" y="936497"/>
            <a:ext cx="6496384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9508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EB524-8DFD-020E-3C93-B33000332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4AD76AA-3BDF-ADE2-E13A-4689E77CC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8136" y="936497"/>
            <a:ext cx="6375728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1068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D7E6E-BFA1-3ACA-84FA-401F33DA8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874B8FB-DD0C-FC88-3CF2-22375989A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4305" y="936497"/>
            <a:ext cx="6623390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3364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84BD1-1096-95D2-4770-E0A1C3257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CB9224-ADD6-5BB2-3462-9E4638AF1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0221" y="936497"/>
            <a:ext cx="7931558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1638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B87AE-A243-33A7-485B-3E09BB850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2FA5286-DD65-D34A-4CB6-C1BE175F7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0221" y="936497"/>
            <a:ext cx="7931558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1022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76072-74F7-B618-7338-A8AACED93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71E686B-5CC9-B655-C23A-56F1B8778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0221" y="936497"/>
            <a:ext cx="7931558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0126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F62A3-12F8-430E-04F5-0BD1E5322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C59D610-7326-9131-9F81-CDB4EF32E9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571" y="936497"/>
            <a:ext cx="7918857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8949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FEF44-6106-C76B-9658-AC45752EE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C36738D-806A-C3F4-6A73-3C13D63A9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1695" y="0"/>
            <a:ext cx="61686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0648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41F61-D8E1-F14D-7685-620D5A116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AA4EDEA-7904-50F4-FB13-530E41D0E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125" y="914400"/>
            <a:ext cx="10255448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9236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4BD85-6664-90FE-5B5D-782C6B625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4D3FA-9A8B-C60D-8C01-8BE38E70A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9059" y="0"/>
            <a:ext cx="68538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88554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7CF69-2ED1-D176-F186-5D7E35385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AE1CEF-1083-A5DF-4C60-DEEDD7DF2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3467" y="733286"/>
            <a:ext cx="7125066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131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614</TotalTime>
  <Words>60</Words>
  <Application>Microsoft Office PowerPoint</Application>
  <PresentationFormat>Widescreen</PresentationFormat>
  <Paragraphs>3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97</cp:revision>
  <cp:lastPrinted>2025-12-04T16:25:27Z</cp:lastPrinted>
  <dcterms:created xsi:type="dcterms:W3CDTF">2025-07-19T22:10:00Z</dcterms:created>
  <dcterms:modified xsi:type="dcterms:W3CDTF">2026-09-14T07:42:28Z</dcterms:modified>
</cp:coreProperties>
</file>