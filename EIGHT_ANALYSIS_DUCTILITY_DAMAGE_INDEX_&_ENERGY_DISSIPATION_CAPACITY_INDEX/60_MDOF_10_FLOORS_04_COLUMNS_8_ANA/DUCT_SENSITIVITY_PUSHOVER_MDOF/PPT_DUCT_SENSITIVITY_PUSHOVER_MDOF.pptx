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69" r:id="rId4"/>
    <p:sldId id="352" r:id="rId5"/>
    <p:sldId id="380" r:id="rId6"/>
    <p:sldId id="381" r:id="rId7"/>
    <p:sldId id="382" r:id="rId8"/>
    <p:sldId id="383" r:id="rId9"/>
    <p:sldId id="302" r:id="rId10"/>
    <p:sldId id="324" r:id="rId11"/>
    <p:sldId id="306" r:id="rId12"/>
    <p:sldId id="384" r:id="rId13"/>
    <p:sldId id="368" r:id="rId14"/>
    <p:sldId id="367" r:id="rId15"/>
    <p:sldId id="386" r:id="rId16"/>
    <p:sldId id="387" r:id="rId17"/>
    <p:sldId id="388" r:id="rId18"/>
    <p:sldId id="390" r:id="rId19"/>
    <p:sldId id="391" r:id="rId20"/>
    <p:sldId id="392" r:id="rId21"/>
    <p:sldId id="393" r:id="rId22"/>
    <p:sldId id="394" r:id="rId23"/>
    <p:sldId id="395" r:id="rId24"/>
    <p:sldId id="396" r:id="rId25"/>
    <p:sldId id="397" r:id="rId26"/>
    <p:sldId id="402" r:id="rId27"/>
    <p:sldId id="398" r:id="rId28"/>
    <p:sldId id="399" r:id="rId29"/>
    <p:sldId id="400" r:id="rId30"/>
    <p:sldId id="401" r:id="rId31"/>
    <p:sldId id="403" r:id="rId32"/>
    <p:sldId id="404" r:id="rId33"/>
    <p:sldId id="405" r:id="rId34"/>
    <p:sldId id="406" r:id="rId35"/>
    <p:sldId id="407" r:id="rId36"/>
    <p:sldId id="408" r:id="rId37"/>
    <p:sldId id="409" r:id="rId38"/>
    <p:sldId id="410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952500" y="397401"/>
            <a:ext cx="102870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 OF A MULTI-DEGREE-OF-FREEDOM STRUCTURE VIA EVALUATION OF A MULTILINEAR FITTING CURVE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PYTHON SCRIPT IS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807BFF-27A0-F02D-E04A-6D595414E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07"/>
            <a:ext cx="12192000" cy="671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ACF3-78E5-1F20-3A96-CF9C38C8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216FD7-1521-C6C5-86A5-A28055F00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762" y="1754897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F7C493-2D3D-768B-97B4-7C9CBD228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923" y="2814137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0E25A7-EA7C-30FA-8B1D-AA48ED2C3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239" y="1671077"/>
            <a:ext cx="2644141" cy="1005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446245-8DEA-21AE-D24B-F41F54A72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039" y="2897957"/>
            <a:ext cx="2644666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D904E1-DBE7-076E-D7DF-276E40271C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903797"/>
            <a:ext cx="3684335" cy="2834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7F3AC5-11EF-FB47-317E-C231791EC5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071" y="0"/>
            <a:ext cx="4014812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C80E77-3C5B-3D42-C423-DF1D75133BB6}"/>
              </a:ext>
            </a:extLst>
          </p:cNvPr>
          <p:cNvSpPr txBox="1"/>
          <p:nvPr/>
        </p:nvSpPr>
        <p:spPr>
          <a:xfrm>
            <a:off x="3603256" y="185237"/>
            <a:ext cx="78261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Displacement-based seismic analysis transformation,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converting a multi-degree-of-freedom (MDOF) system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into an equivalent single-degree-of-freedom (SDOF)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system for seismic assessment</a:t>
            </a:r>
          </a:p>
        </p:txBody>
      </p:sp>
    </p:spTree>
    <p:extLst>
      <p:ext uri="{BB962C8B-B14F-4D97-AF65-F5344CB8AC3E}">
        <p14:creationId xmlns:p14="http://schemas.microsoft.com/office/powerpoint/2010/main" val="419116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E3B57A-591D-6D91-5ECC-06B97AA5B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075"/>
            <a:ext cx="12192000" cy="661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0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07D81-437E-CD66-E907-596CBB53C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839C4D-E105-5D21-D04C-04597E1A3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0B35B9-678F-FBB1-3D5D-07CD0C768B90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01</a:t>
            </a:r>
          </a:p>
        </p:txBody>
      </p:sp>
    </p:spTree>
    <p:extLst>
      <p:ext uri="{BB962C8B-B14F-4D97-AF65-F5344CB8AC3E}">
        <p14:creationId xmlns:p14="http://schemas.microsoft.com/office/powerpoint/2010/main" val="1387389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59E2-F012-4E41-3343-A51CCB8DF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A4F6A4-8607-5951-4AA3-891FB2E6D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BEFE2A-B1E3-2478-1ECF-17F5BCB697E1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02</a:t>
            </a:r>
          </a:p>
        </p:txBody>
      </p:sp>
    </p:spTree>
    <p:extLst>
      <p:ext uri="{BB962C8B-B14F-4D97-AF65-F5344CB8AC3E}">
        <p14:creationId xmlns:p14="http://schemas.microsoft.com/office/powerpoint/2010/main" val="1235629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FF7A4-C61A-5F38-6683-E265FB1DF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112492-1B4E-07E2-F869-4579B9390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2572DE-ACB2-F449-7B69-B78A3105D5C7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03</a:t>
            </a:r>
          </a:p>
        </p:txBody>
      </p:sp>
    </p:spTree>
    <p:extLst>
      <p:ext uri="{BB962C8B-B14F-4D97-AF65-F5344CB8AC3E}">
        <p14:creationId xmlns:p14="http://schemas.microsoft.com/office/powerpoint/2010/main" val="3727533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52F22-C8B0-8A85-DF7F-E4767D66A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5B92AD-5FB8-E12B-7149-2ACCA54F9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8781DF-922D-0FDE-14BE-38A96132CF78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04</a:t>
            </a:r>
          </a:p>
        </p:txBody>
      </p:sp>
    </p:spTree>
    <p:extLst>
      <p:ext uri="{BB962C8B-B14F-4D97-AF65-F5344CB8AC3E}">
        <p14:creationId xmlns:p14="http://schemas.microsoft.com/office/powerpoint/2010/main" val="2816626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21104B-4E29-E393-B2B8-49C4FD20D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459"/>
            <a:ext cx="12192000" cy="656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1A44D4-BDB5-FF88-E1FF-00583A8F3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255CC-8CA8-E5B9-8A8C-AA21A48CD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A07632-6C08-C9E8-A9F5-F095CE36A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132" y="0"/>
            <a:ext cx="8583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8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8D50B-E437-2A2F-1212-622F94B66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AE0703-5C56-2E02-DD39-FAD2A40D5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765"/>
            <a:ext cx="12192000" cy="653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66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C03C-0A81-28ED-C827-04D4E985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24A5B-05E3-8867-DA4C-8C13861B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960" y="396739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236636-5982-5FEC-4061-4CBCE07BE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747" y="5032511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4E75E-9524-1F3A-6EB0-A3F72133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960" y="1936656"/>
            <a:ext cx="2644141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E7277-9876-D9A9-C843-C48041C3C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435" y="3644213"/>
            <a:ext cx="2644666" cy="10058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2FAA2D-AFE1-80F8-AABD-5A5E7F2844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515" y="-36247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02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B3D8F-80C9-96D9-FE86-08A307ABE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FF9440-05A3-1B17-BD24-25E314E4F134}"/>
              </a:ext>
            </a:extLst>
          </p:cNvPr>
          <p:cNvSpPr txBox="1"/>
          <p:nvPr/>
        </p:nvSpPr>
        <p:spPr>
          <a:xfrm>
            <a:off x="2924410" y="962293"/>
            <a:ext cx="752951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rgbClr val="FF0000"/>
                </a:solidFill>
              </a:rPr>
              <a:t>BILINEAR CURVE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[1.05586496e-01 3.45555806e+05]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[9.44000000e-01 3.86740624e+05]]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3272727.27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409682.86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[3272727.27   49122.32]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8.94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1.12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1011613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6BC4C-492C-F180-7E7F-2CD2B40CA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4CA9A0-59B4-7829-218E-EED0AF5CF164}"/>
              </a:ext>
            </a:extLst>
          </p:cNvPr>
          <p:cNvSpPr txBox="1"/>
          <p:nvPr/>
        </p:nvSpPr>
        <p:spPr>
          <a:xfrm>
            <a:off x="1561982" y="633681"/>
            <a:ext cx="906803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rgbClr val="FF0000"/>
                </a:solidFill>
              </a:rPr>
              <a:t>TRILINEAR CURVE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[1.04512702e-01 3.42041571e+05]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[5.67000000e-01 3.70124071e+05]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[9.44000000e-01 3.86740624e+05]]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3272727.27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409682.86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[3272727.27   60720.59   44075.74]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9.03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1.13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2778373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E0B7F-CAED-5CB1-438F-167B507A6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7CE0BA-FBAD-91E1-B63C-81807721EBA2}"/>
              </a:ext>
            </a:extLst>
          </p:cNvPr>
          <p:cNvSpPr txBox="1"/>
          <p:nvPr/>
        </p:nvSpPr>
        <p:spPr>
          <a:xfrm>
            <a:off x="571501" y="305068"/>
            <a:ext cx="1002529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rgbClr val="FF0000"/>
                </a:solidFill>
              </a:rPr>
              <a:t>QUADRILINEAR CURVE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[1.04262557e-01 3.41222915e+05]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[5.67000000e-01 3.70124071e+05]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[6.14000000e-01 3.73181289e+05]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[9.44000000e-01 3.86740624e+05]]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3272727.27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409682.86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[3272727.27   62456.92   65047.18   41088.89]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9.05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1.13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2660047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67D0F-475A-5F07-6A7B-D605CCA41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89288C-A1E8-6996-0B9F-F57931D08A89}"/>
              </a:ext>
            </a:extLst>
          </p:cNvPr>
          <p:cNvSpPr txBox="1"/>
          <p:nvPr/>
        </p:nvSpPr>
        <p:spPr>
          <a:xfrm>
            <a:off x="571501" y="305068"/>
            <a:ext cx="10025298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rgbClr val="FF0000"/>
                </a:solidFill>
              </a:rPr>
              <a:t>PENTALINEAR CURVE</a:t>
            </a:r>
            <a:endParaRPr lang="en-US" sz="2000" b="1" dirty="0">
              <a:solidFill>
                <a:schemeClr val="accent3"/>
              </a:solidFill>
            </a:endParaRP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[1.04126239e-01 3.40776781e+05]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[5.67000000e-01 3.70124071e+05]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[6.14000000e-01 3.73181289e+05]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[8.50000000e-01 3.83491914e+05]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[9.44000000e-01 3.86740624e+05]]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3272727.27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409682.86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[3272727.27   63402.36   65047.18   43689.09   34560.74]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9.07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1.13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2786383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2DD93-4248-D78A-A98F-16772ACDB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D97010-3F79-9F14-7566-15FBF7F9A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549" y="850767"/>
            <a:ext cx="7810901" cy="515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969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E7AB2-8024-99F1-1109-38412ECDD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C65E8A-C1B5-5C4C-66B7-732C4DC1C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549" y="784089"/>
            <a:ext cx="7810901" cy="528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509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6AFBD-E81F-36C6-6A55-3E9FA882A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E7C6C3-4D2A-5CCF-A549-998D214EE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826" y="784089"/>
            <a:ext cx="7728347" cy="528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997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BB10D-D8E1-5A21-3186-D442A3745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138608-856D-094E-B95A-71053A4A7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77" y="850767"/>
            <a:ext cx="7690245" cy="515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281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CAF56-F952-1701-C592-A7E2C64FE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E3D23D-0F5C-B614-B59B-5246213FE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740" y="936497"/>
            <a:ext cx="816652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9547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E0C64-C08C-4202-0DB3-455AE5A62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D3B5BD-F03F-CFBE-D8D9-642551CD6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316" y="936497"/>
            <a:ext cx="810936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33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0CD7D-C675-0A0E-7B80-62B143558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7487E2-0A74-F837-3656-4972E7374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973" y="936497"/>
            <a:ext cx="786805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077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4B26B-ED77-E2A4-B873-A5ECCDFC2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C33D2F-0E81-E4AD-F4D5-7A35627BA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026" y="276063"/>
            <a:ext cx="8699947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877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F5564-FD1C-1789-0F28-84031421D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73AFF8-F3A0-8502-6E48-4FB3C83F7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128" y="276063"/>
            <a:ext cx="8623743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098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DA3FB-0AD0-EF50-A042-8BB410210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ACFD7A-7E15-AD3B-40E2-E3CB98D9F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128" y="276063"/>
            <a:ext cx="8623743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2069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57C9A-C472-0AEA-D48E-A381F1A80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0A3AF2-2EF5-5FDF-F368-7FF753339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405" y="276063"/>
            <a:ext cx="8541189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1457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2C7A2-D7C2-7FB2-4768-DEB647AA0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CAFCDB-79FD-542E-E32E-1A60F6355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749" y="276063"/>
            <a:ext cx="8782501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615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F1FDB-201F-7B04-A40F-46059CA75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689631-1B7E-80E4-0CE5-001670EA6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128" y="276063"/>
            <a:ext cx="8623743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357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97A6A-8196-BFD4-BA59-0617513E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EDA2DB-B9B1-F044-E693-DD8FAF123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76" y="651352"/>
            <a:ext cx="10861847" cy="555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5906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39EF6-7726-4547-2075-A562AAAA1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22DF0F-A4E9-4BCB-3E45-50396B908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4031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48EC3-F6B3-EB78-2CBE-ACDED8255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F3397-A77E-A728-7AE1-00846DBCD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291" y="733286"/>
            <a:ext cx="7131417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746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2ED76-FCF7-AB10-7740-4292857CB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44C032-7158-D5AB-1630-D8647A8A8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969" y="733286"/>
            <a:ext cx="8992062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3590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C5A05-77B2-1585-CF53-6905BEFC5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199249-FD80-03B8-E88C-7BB88D984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67" y="733286"/>
            <a:ext cx="904286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0511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79640-8D2A-CC97-64B2-6DC937EA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5394E4-C96F-903E-E573-344C4E6F3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2135"/>
            <a:ext cx="12192000" cy="269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5656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5946D-E95F-2019-951E-09EF44EEC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EEFE8F-A2DE-3C09-38B0-567C75344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9602"/>
            <a:ext cx="12192000" cy="345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943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412</Words>
  <Application>Microsoft Office PowerPoint</Application>
  <PresentationFormat>Widescreen</PresentationFormat>
  <Paragraphs>82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192</cp:revision>
  <cp:lastPrinted>2026-03-23T10:01:33Z</cp:lastPrinted>
  <dcterms:created xsi:type="dcterms:W3CDTF">2025-06-03T10:37:48Z</dcterms:created>
  <dcterms:modified xsi:type="dcterms:W3CDTF">2026-10-05T19:47:17Z</dcterms:modified>
</cp:coreProperties>
</file>