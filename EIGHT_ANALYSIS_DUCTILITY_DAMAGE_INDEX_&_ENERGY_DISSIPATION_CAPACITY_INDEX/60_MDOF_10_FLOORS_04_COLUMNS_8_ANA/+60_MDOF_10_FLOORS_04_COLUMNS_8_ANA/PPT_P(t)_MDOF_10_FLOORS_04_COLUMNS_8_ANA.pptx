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80" r:id="rId6"/>
    <p:sldId id="381" r:id="rId7"/>
    <p:sldId id="382" r:id="rId8"/>
    <p:sldId id="383" r:id="rId9"/>
    <p:sldId id="259" r:id="rId10"/>
    <p:sldId id="323" r:id="rId11"/>
    <p:sldId id="302" r:id="rId12"/>
    <p:sldId id="324" r:id="rId13"/>
    <p:sldId id="306" r:id="rId14"/>
    <p:sldId id="336" r:id="rId15"/>
    <p:sldId id="346" r:id="rId16"/>
    <p:sldId id="354" r:id="rId17"/>
    <p:sldId id="355" r:id="rId18"/>
    <p:sldId id="368" r:id="rId19"/>
    <p:sldId id="367" r:id="rId20"/>
    <p:sldId id="304" r:id="rId21"/>
    <p:sldId id="261" r:id="rId22"/>
    <p:sldId id="325" r:id="rId23"/>
    <p:sldId id="337" r:id="rId24"/>
    <p:sldId id="347" r:id="rId25"/>
    <p:sldId id="356" r:id="rId26"/>
    <p:sldId id="357" r:id="rId27"/>
    <p:sldId id="387" r:id="rId28"/>
    <p:sldId id="308" r:id="rId29"/>
    <p:sldId id="265" r:id="rId30"/>
    <p:sldId id="326" r:id="rId31"/>
    <p:sldId id="266" r:id="rId32"/>
    <p:sldId id="309" r:id="rId33"/>
    <p:sldId id="348" r:id="rId34"/>
    <p:sldId id="358" r:id="rId35"/>
    <p:sldId id="359" r:id="rId36"/>
    <p:sldId id="391" r:id="rId37"/>
    <p:sldId id="311" r:id="rId38"/>
    <p:sldId id="312" r:id="rId39"/>
    <p:sldId id="327" r:id="rId40"/>
    <p:sldId id="313" r:id="rId41"/>
    <p:sldId id="314" r:id="rId42"/>
    <p:sldId id="315" r:id="rId43"/>
    <p:sldId id="349" r:id="rId44"/>
    <p:sldId id="360" r:id="rId45"/>
    <p:sldId id="361" r:id="rId46"/>
    <p:sldId id="392" r:id="rId47"/>
    <p:sldId id="263" r:id="rId48"/>
    <p:sldId id="329" r:id="rId49"/>
    <p:sldId id="268" r:id="rId50"/>
    <p:sldId id="269" r:id="rId51"/>
    <p:sldId id="342" r:id="rId52"/>
    <p:sldId id="374" r:id="rId53"/>
    <p:sldId id="375" r:id="rId54"/>
    <p:sldId id="363" r:id="rId55"/>
    <p:sldId id="376" r:id="rId56"/>
    <p:sldId id="378" r:id="rId57"/>
    <p:sldId id="320" r:id="rId58"/>
    <p:sldId id="393" r:id="rId59"/>
    <p:sldId id="394" r:id="rId60"/>
    <p:sldId id="397" r:id="rId61"/>
    <p:sldId id="384" r:id="rId62"/>
    <p:sldId id="275" r:id="rId63"/>
    <p:sldId id="328" r:id="rId64"/>
    <p:sldId id="276" r:id="rId65"/>
    <p:sldId id="343" r:id="rId66"/>
    <p:sldId id="350" r:id="rId67"/>
    <p:sldId id="362" r:id="rId68"/>
    <p:sldId id="364" r:id="rId69"/>
    <p:sldId id="386" r:id="rId70"/>
    <p:sldId id="366" r:id="rId71"/>
    <p:sldId id="395" r:id="rId72"/>
    <p:sldId id="396" r:id="rId73"/>
    <p:sldId id="371" r:id="rId74"/>
    <p:sldId id="398" r:id="rId75"/>
    <p:sldId id="373" r:id="rId76"/>
    <p:sldId id="365" r:id="rId77"/>
    <p:sldId id="385" r:id="rId78"/>
    <p:sldId id="388" r:id="rId79"/>
    <p:sldId id="372" r:id="rId80"/>
    <p:sldId id="390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212735"/>
            <a:ext cx="10287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MULTI-DEGREE-FREEDOM (MDOF) STRUCTURE: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</a:t>
            </a:r>
            <a:r>
              <a:rPr lang="en-US" sz="1200" b="1">
                <a:solidFill>
                  <a:schemeClr val="accent3"/>
                </a:solidFill>
              </a:rPr>
              <a:t>PROGRAM IS WRITTEN </a:t>
            </a:r>
            <a:r>
              <a:rPr lang="en-US" sz="1200" b="1" dirty="0">
                <a:solidFill>
                  <a:schemeClr val="accent3"/>
                </a:solidFill>
              </a:rPr>
              <a:t>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07BFF-27A0-F02D-E04A-6D595414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7F3AC5-11EF-FB47-317E-C231791EC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071" y="0"/>
            <a:ext cx="4014812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C80E77-3C5B-3D42-C423-DF1D75133BB6}"/>
              </a:ext>
            </a:extLst>
          </p:cNvPr>
          <p:cNvSpPr txBox="1"/>
          <p:nvPr/>
        </p:nvSpPr>
        <p:spPr>
          <a:xfrm>
            <a:off x="3603256" y="18523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3C9B74-CD13-1446-1326-91903F1FA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130DB-98E4-4AB2-210B-C1220E4F3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1042F-71CD-60DB-9354-95F9AEF81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DC4774-4712-B732-F6CE-75A55E478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16606B-C6F2-9E63-F7BB-471C0699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333C5A-5CCA-5985-4431-6D0B681B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AAE1DB-55B4-AD51-7E3E-35D385A74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9B200-5815-7475-1E4D-C8FFF1662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D9C42-7BEB-A1BC-07A5-F8C1B8EA5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8"/>
            <a:ext cx="12192000" cy="657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E4EAD7-D9A0-7888-846D-8A13F90DD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15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A5165-0474-23E7-8365-D3D81578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8"/>
            <a:ext cx="12192000" cy="657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5A509-9281-86AB-93DE-1949C986E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14D0B1-C382-FF35-2195-5D15DC1A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A112A-8F42-CA04-06E8-EF4DE2E93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96D943-CA90-8EB3-44C8-670124B5D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821A3E-CC66-750E-EB62-00E2A882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D5E4-947E-CB9C-F4CE-2E84BFF3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BFCFBB-697A-6845-F647-6C24C948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36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AB34DF-B594-8B2B-CA83-A04D2D4ED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23069F-32FF-4C66-1B96-043E19470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86EC0E-483B-692D-917B-254452BF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E3A433-21A9-9EC2-1F5E-E003A36B1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63F081-207A-0796-3370-BACABD1C3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7DC13-7522-57F4-0F0B-56BF70974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19F0F-8DE1-7C9D-CAB9-E14C5011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AAA82A-D7B2-1894-7E60-3729B2576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48" y="733286"/>
            <a:ext cx="689010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15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165D5C-0D53-AFA8-C01A-FCB5F231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9C055-8C7D-1606-3A19-04BC0571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31" y="234786"/>
            <a:ext cx="949373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042394-6D95-7C53-E660-3FB451823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713"/>
            <a:ext cx="12192000" cy="504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F9CBA-DB0C-7F13-9BD6-3C3F70293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07968-098C-9546-C8AE-3A7EA9A02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EA1DD-75DF-3246-C358-77E37078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C239C3-EF53-04D3-0348-747107512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34" y="234786"/>
            <a:ext cx="936673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6541-1F69-FABE-C30A-C21576995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4D620-BB02-3E18-CF45-71CF89AA7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44" y="733286"/>
            <a:ext cx="701711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59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EC5E51-A72C-0D22-922E-B2B862D1F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57"/>
            <a:ext cx="12192000" cy="65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6F8ACA-D0C2-1F47-D4F5-412069485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7CDE55-586F-D538-B59D-842BC860A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16762C-C048-C890-842D-F6FEDC33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C234-7D52-78C4-CB39-394D676D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7B21C-F5C3-E0F5-AFF7-FE3ED5E5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419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2D43-838B-09BE-5292-CCF1DBF5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68134-1B28-15F3-66C8-F39AAB00B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02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2071D1-C263-3670-A3EE-B1DB7F61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8952-E1C9-525C-DBE9-45784BB9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0F5D0-5379-227F-54CC-E180AEB18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69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35" y="130128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26" y="3793469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35" y="1332912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910" y="2512643"/>
            <a:ext cx="2644666" cy="1005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4C739-9857-D221-E51B-555276500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626" y="5222219"/>
            <a:ext cx="2647950" cy="1057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533670-BD0E-8DAE-0870-FB4B90EFA6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5760"/>
            <a:ext cx="9216546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555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5E1C2-CFF3-52C4-E059-48AAB2505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AC801-71E5-04E1-0D4D-16DC4754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7C6E8D-9C4E-173E-D8CF-E2696A56B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936497"/>
            <a:ext cx="783630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856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9731-3169-16CA-0F61-918FC8978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4FB132-5E70-C8DB-5672-A17D95602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869818"/>
            <a:ext cx="7728347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599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9563-3C0C-2F4C-09FC-7B3E710E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5893A-C4FD-D012-EA8B-137BBD77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723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589C-5D42-E374-FBA6-3C3A5EF2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57A82-6DC6-DDDE-A155-4312150F97B2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756996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833AB2-E827-374A-EB14-8C702EB1D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34"/>
            <a:ext cx="12192000" cy="651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865CDD-9992-5B00-6412-0570A6E2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5225A3-5403-684B-7F00-596994163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78A5DA-211F-C00A-956D-11525A60B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8EEDA-A6FB-2399-45B8-DE7C7B507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12C662-D14C-0940-1E14-E92AB3824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461587-D8F1-F8F2-EFD8-C8FD9359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182F-2AE2-7F6C-3844-739E4DCF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31FFCB-2AD0-1D0D-AC89-51A7CDA3B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525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33844F-FA1C-DA20-F36F-9D1203D06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C589-A20E-B76B-6575-7053BE90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45D66-83A1-939E-C42C-3B374DBC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22" y="936497"/>
            <a:ext cx="79061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32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78C5-4344-4CD8-6D87-3B4B24B94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FD5C58-98DE-FF2C-F561-8B845A597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226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907E-D7E9-88E6-0CC8-667EF3F3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A3AC9-4D28-F6A3-96BD-642A672F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135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6CE2-51F2-4C93-A7D1-9C1C29A2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7FCFA-B43B-6741-9FFB-23BB69856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156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FF1A-66D3-13C2-AD34-18944328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FCFB2-939E-F82F-65D1-AACB418614DA}"/>
              </a:ext>
            </a:extLst>
          </p:cNvPr>
          <p:cNvSpPr txBox="1"/>
          <p:nvPr/>
        </p:nvSpPr>
        <p:spPr>
          <a:xfrm>
            <a:off x="0" y="215172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Dissipated Energy from Earthquake= 7928.94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Dissipated Energy from Cyclic Displacement= 729273.42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	</a:t>
            </a:r>
            <a:r>
              <a:rPr lang="en-US" sz="3200" b="1" dirty="0">
                <a:solidFill>
                  <a:srgbClr val="FF0000"/>
                </a:solidFill>
              </a:rPr>
              <a:t>DISSIPATED ENERGY CAPACITY INDEX: 1.087 [%]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6206539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595E35-CE54-0093-35FE-E688916E2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A092A-0470-9070-5C27-FBB0989A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8E1493-55DF-4AD3-8056-AA99AF51D1BB}"/>
              </a:ext>
            </a:extLst>
          </p:cNvPr>
          <p:cNvSpPr txBox="1"/>
          <p:nvPr/>
        </p:nvSpPr>
        <p:spPr>
          <a:xfrm>
            <a:off x="3067285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[1.00669128e-01 3.20310863e+05]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[3.60000000e-01 3.57591396e+05]]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3181818.18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993309.43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143756.63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3.58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1.1164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3.5761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3.5761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3.9923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-20.1835 (%)</a:t>
            </a:r>
          </a:p>
        </p:txBody>
      </p:sp>
    </p:spTree>
    <p:extLst>
      <p:ext uri="{BB962C8B-B14F-4D97-AF65-F5344CB8AC3E}">
        <p14:creationId xmlns:p14="http://schemas.microsoft.com/office/powerpoint/2010/main" val="32553253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037A-B7F7-6A8D-9C7D-A8A9C35C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AA4AE-6DAA-3390-F86A-A7F5A8B8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02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FB10-D2A6-2554-D30D-41526819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01083A-57DD-17D1-A710-31041FEE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213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38C3-70C1-0CBF-D138-07FFFA21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F0062-0343-656E-E473-58C8D9A2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7" y="733286"/>
            <a:ext cx="904286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253</Words>
  <Application>Microsoft Office PowerPoint</Application>
  <PresentationFormat>Widescreen</PresentationFormat>
  <Paragraphs>42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172</cp:revision>
  <cp:lastPrinted>2026-03-23T10:01:33Z</cp:lastPrinted>
  <dcterms:created xsi:type="dcterms:W3CDTF">2025-06-03T10:37:48Z</dcterms:created>
  <dcterms:modified xsi:type="dcterms:W3CDTF">2026-09-15T07:11:26Z</dcterms:modified>
</cp:coreProperties>
</file>