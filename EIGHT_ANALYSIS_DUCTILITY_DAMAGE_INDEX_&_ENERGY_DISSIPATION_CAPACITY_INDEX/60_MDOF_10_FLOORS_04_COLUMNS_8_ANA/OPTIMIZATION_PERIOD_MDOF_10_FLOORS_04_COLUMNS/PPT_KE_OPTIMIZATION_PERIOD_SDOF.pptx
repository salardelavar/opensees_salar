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22" r:id="rId4"/>
    <p:sldId id="320" r:id="rId5"/>
    <p:sldId id="357" r:id="rId6"/>
    <p:sldId id="356" r:id="rId7"/>
    <p:sldId id="358" r:id="rId8"/>
    <p:sldId id="359" r:id="rId9"/>
    <p:sldId id="3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62" autoAdjust="0"/>
    <p:restoredTop sz="94660"/>
  </p:normalViewPr>
  <p:slideViewPr>
    <p:cSldViewPr snapToGrid="0">
      <p:cViewPr varScale="1">
        <p:scale>
          <a:sx n="67" d="100"/>
          <a:sy n="67" d="100"/>
        </p:scale>
        <p:origin x="9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88106" y="212735"/>
            <a:ext cx="12015788" cy="6432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DETERMINATION OF OPTIMUM STRUCTURAL INITIAL ELASTIC STIFFNESS FROM STRUCTURAL PERIOD USING FINITE‑DIFFERENCE NEWTON ITERATION AND OPENSEES WITH AND WITHOUT PARALLEL COMPUTING</a:t>
            </a:r>
            <a:r>
              <a:rPr lang="en-US" sz="6000" b="1" dirty="0">
                <a:solidFill>
                  <a:schemeClr val="accent5"/>
                </a:solidFill>
              </a:rPr>
              <a:t>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PYTHON SCRIPT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625BAF-080E-62F6-FACA-7C7A5AA38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7"/>
            <a:ext cx="12192000" cy="671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D8D363-398F-F821-A4B7-8D452E788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323" y="0"/>
            <a:ext cx="116133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22326" y="612844"/>
            <a:ext cx="100012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accent5"/>
                </a:solidFill>
              </a:rPr>
              <a:t>OPTIMIZATION PROBLEM FOR STRUCTURAL PERIOD BY CHANGING INTIAL ELASTIC STIFFNESS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D7C2B-D8BD-BFF0-192E-91452C1C6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183FB1C-7DD8-DBB5-EC7C-BA2E7F19C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187"/>
            <a:ext cx="12192000" cy="6603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154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D3924-2FE3-04D8-2CA1-9EECB3231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66AC85-BC7B-AF74-89BC-BA6B39811638}"/>
              </a:ext>
            </a:extLst>
          </p:cNvPr>
          <p:cNvSpPr txBox="1"/>
          <p:nvPr/>
        </p:nvSpPr>
        <p:spPr>
          <a:xfrm>
            <a:off x="1100138" y="1843950"/>
            <a:ext cx="1042987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Fmax:  -2.1246893133763933e-14</a:t>
            </a:r>
          </a:p>
          <a:p>
            <a:r>
              <a:rPr lang="en-US" sz="2000" b="1" dirty="0"/>
              <a:t>DF:    -2.123301534595612e-11</a:t>
            </a:r>
          </a:p>
          <a:p>
            <a:r>
              <a:rPr lang="en-US" sz="2000" b="1" dirty="0"/>
              <a:t>DX:    -0.0</a:t>
            </a:r>
          </a:p>
          <a:p>
            <a:r>
              <a:rPr lang="en-US" sz="2000" b="1" dirty="0"/>
              <a:t>IT:  31  - RESIDUAL:  0.0 X:  2334345758.395709 </a:t>
            </a:r>
          </a:p>
          <a:p>
            <a:endParaRPr lang="en-US" sz="2000" b="1" dirty="0"/>
          </a:p>
          <a:p>
            <a:r>
              <a:rPr lang="en-US" sz="2000" b="1" dirty="0"/>
              <a:t>		 Optimum X (INTIAL ELASTIC STIFFNESS):  2334345758.3957</a:t>
            </a:r>
          </a:p>
          <a:p>
            <a:r>
              <a:rPr lang="en-US" sz="2000" b="1" dirty="0"/>
              <a:t>		 Iteration Counts:                      31</a:t>
            </a:r>
          </a:p>
          <a:p>
            <a:r>
              <a:rPr lang="en-US" sz="2000" b="1" dirty="0"/>
              <a:t>		 Convergence Residual:                  0.0000000000e+00</a:t>
            </a:r>
          </a:p>
          <a:p>
            <a:endParaRPr lang="en-US" sz="2000" b="1" dirty="0"/>
          </a:p>
          <a:p>
            <a:r>
              <a:rPr lang="en-US" sz="2000" b="1" dirty="0"/>
              <a:t>Total time (s): 0.5625 </a:t>
            </a:r>
          </a:p>
        </p:txBody>
      </p:sp>
    </p:spTree>
    <p:extLst>
      <p:ext uri="{BB962C8B-B14F-4D97-AF65-F5344CB8AC3E}">
        <p14:creationId xmlns:p14="http://schemas.microsoft.com/office/powerpoint/2010/main" val="3605424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82A9B-8713-5CF8-2FAE-6670369B6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3D4897-9B34-A3E9-B496-E956EDC4C401}"/>
              </a:ext>
            </a:extLst>
          </p:cNvPr>
          <p:cNvSpPr txBox="1"/>
          <p:nvPr/>
        </p:nvSpPr>
        <p:spPr>
          <a:xfrm>
            <a:off x="1095375" y="488721"/>
            <a:ext cx="100012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accent5"/>
                </a:solidFill>
              </a:rPr>
              <a:t>OPTIMIZATION PROBLEM FOR STRUCTURAL PERIOD BY CHANGING INTIAL ELASTIC STIFFNESS</a:t>
            </a:r>
          </a:p>
          <a:p>
            <a:pPr algn="ctr"/>
            <a:r>
              <a:rPr lang="en-US" sz="6600" b="1" dirty="0">
                <a:solidFill>
                  <a:schemeClr val="accent3"/>
                </a:solidFill>
              </a:rPr>
              <a:t>(PARALLELCOMPUTING)</a:t>
            </a:r>
          </a:p>
        </p:txBody>
      </p:sp>
    </p:spTree>
    <p:extLst>
      <p:ext uri="{BB962C8B-B14F-4D97-AF65-F5344CB8AC3E}">
        <p14:creationId xmlns:p14="http://schemas.microsoft.com/office/powerpoint/2010/main" val="1258694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13D63-2040-17BB-F18A-DADCD4BD1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6E2477-B7F1-5B8D-6191-E02E8931D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973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F8502-EDCA-185A-ACE9-BA1BAD57C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570CB9F-C102-3684-7DEC-2DFFA7F66A66}"/>
              </a:ext>
            </a:extLst>
          </p:cNvPr>
          <p:cNvSpPr txBox="1"/>
          <p:nvPr/>
        </p:nvSpPr>
        <p:spPr>
          <a:xfrm>
            <a:off x="1085851" y="2613392"/>
            <a:ext cx="1042987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IT: 31 - RESIDUAL: 0.000000e+00 - INTIAL ELASTIC STIFFNESS: 2.334346e+09</a:t>
            </a:r>
          </a:p>
          <a:p>
            <a:r>
              <a:rPr lang="en-US" sz="2000" b="1" dirty="0"/>
              <a:t>		 Optimum Yield Strength:           2334345758.3957</a:t>
            </a:r>
          </a:p>
          <a:p>
            <a:r>
              <a:rPr lang="en-US" sz="2000" b="1" dirty="0"/>
              <a:t>		 Iteration Counts:                 31</a:t>
            </a:r>
          </a:p>
          <a:p>
            <a:r>
              <a:rPr lang="en-US" sz="2000" b="1" dirty="0"/>
              <a:t>		 Convergence Residual:             0.0000000000e+00</a:t>
            </a:r>
          </a:p>
          <a:p>
            <a:r>
              <a:rPr lang="en-US" sz="2000" b="1" dirty="0"/>
              <a:t>Current time (HH:MM:SS): 12:03:41</a:t>
            </a:r>
          </a:p>
        </p:txBody>
      </p:sp>
    </p:spTree>
    <p:extLst>
      <p:ext uri="{BB962C8B-B14F-4D97-AF65-F5344CB8AC3E}">
        <p14:creationId xmlns:p14="http://schemas.microsoft.com/office/powerpoint/2010/main" val="3095332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179</Words>
  <Application>Microsoft Office PowerPoint</Application>
  <PresentationFormat>Widescreen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128</cp:revision>
  <cp:lastPrinted>2026-04-12T08:11:55Z</cp:lastPrinted>
  <dcterms:created xsi:type="dcterms:W3CDTF">2025-06-03T10:37:48Z</dcterms:created>
  <dcterms:modified xsi:type="dcterms:W3CDTF">2026-09-15T07:13:32Z</dcterms:modified>
</cp:coreProperties>
</file>