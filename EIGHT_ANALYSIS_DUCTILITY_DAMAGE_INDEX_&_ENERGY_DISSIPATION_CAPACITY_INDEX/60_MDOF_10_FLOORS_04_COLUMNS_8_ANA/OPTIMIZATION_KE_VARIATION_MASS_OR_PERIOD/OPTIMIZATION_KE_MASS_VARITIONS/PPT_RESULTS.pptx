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61" r:id="rId5"/>
    <p:sldId id="320" r:id="rId6"/>
    <p:sldId id="357" r:id="rId7"/>
    <p:sldId id="356" r:id="rId8"/>
    <p:sldId id="3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>
        <p:scale>
          <a:sx n="50" d="100"/>
          <a:sy n="50" d="100"/>
        </p:scale>
        <p:origin x="157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8106" y="212735"/>
            <a:ext cx="1201578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THE OPTIMUM ELASTIC STIFFNESS OF EACH COLUMN BASED ON THE CONSTANT STRUCTURAL PERIOD THROUGH MASS VARIATION USING FINITE-DIFFERENCE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25BAF-080E-62F6-FACA-7C7A5AA3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B48B4-A4AF-C7E4-59EF-A5697916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421" y="0"/>
            <a:ext cx="2659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7988-827E-D3D3-ACA9-D9E272D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C6993-B6BA-F637-F512-BA644AD6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3" y="0"/>
            <a:ext cx="1161335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395FC6-FA4A-752A-8F62-04A029886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53" y="1505034"/>
            <a:ext cx="3457143" cy="1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9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22326" y="612844"/>
            <a:ext cx="10001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OPTIMIZATION PROBLEM FOR STRUCTURAL PERIOD BY CHANGING INTIAL ELASTIC STIFFNESS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FE8E2-4429-7C55-58C2-E3F6D3D0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1100138" y="1843950"/>
            <a:ext cx="1042987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Fmax:  -6.693534615465069e-13</a:t>
            </a:r>
          </a:p>
          <a:p>
            <a:r>
              <a:rPr lang="en-US" sz="2000" b="1" dirty="0"/>
              <a:t>DF:    -6.682432385218817e-10</a:t>
            </a:r>
          </a:p>
          <a:p>
            <a:r>
              <a:rPr lang="en-US" sz="2000" b="1" dirty="0"/>
              <a:t>DX:    -6.645622196378136e-07</a:t>
            </a:r>
          </a:p>
          <a:p>
            <a:r>
              <a:rPr lang="en-US" sz="2000" b="1" dirty="0"/>
              <a:t>IT:  320  - RESIDUAL:  6.645622196378136e-07 X:  373495321.34331524 </a:t>
            </a:r>
          </a:p>
          <a:p>
            <a:endParaRPr lang="en-US" sz="2000" b="1" dirty="0"/>
          </a:p>
          <a:p>
            <a:r>
              <a:rPr lang="en-US" sz="2000" b="1" dirty="0"/>
              <a:t>		 Structural Mass:                       2000000.0000</a:t>
            </a:r>
          </a:p>
          <a:p>
            <a:r>
              <a:rPr lang="en-US" sz="2000" b="1" dirty="0"/>
              <a:t>		 Optimum X (COL. ELASTIC STIFFNESS):    373495321.3433</a:t>
            </a:r>
          </a:p>
          <a:p>
            <a:r>
              <a:rPr lang="en-US" sz="2000" b="1" dirty="0"/>
              <a:t>		 Iteration Counts:                      320</a:t>
            </a:r>
          </a:p>
          <a:p>
            <a:r>
              <a:rPr lang="en-US" sz="2000" b="1" dirty="0"/>
              <a:t>		 Convergence Residual:                  6.6456221964e-07</a:t>
            </a:r>
          </a:p>
          <a:p>
            <a:endParaRPr lang="en-US" sz="2000" b="1" dirty="0"/>
          </a:p>
          <a:p>
            <a:r>
              <a:rPr lang="en-US" sz="2000" b="1" dirty="0"/>
              <a:t>Total time (s): 3.8125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1FD8-8ADC-1F50-BEDF-F781ED47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364441-70E3-5FC5-FC91-E8516903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07" y="784089"/>
            <a:ext cx="10408185" cy="5289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2A9CA0-6A14-B647-BEDA-4E7EEC54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753" y="1905084"/>
            <a:ext cx="3457143" cy="1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4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122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141</cp:revision>
  <cp:lastPrinted>2026-04-12T08:11:55Z</cp:lastPrinted>
  <dcterms:created xsi:type="dcterms:W3CDTF">2025-06-03T10:37:48Z</dcterms:created>
  <dcterms:modified xsi:type="dcterms:W3CDTF">2026-09-25T11:11:40Z</dcterms:modified>
</cp:coreProperties>
</file>