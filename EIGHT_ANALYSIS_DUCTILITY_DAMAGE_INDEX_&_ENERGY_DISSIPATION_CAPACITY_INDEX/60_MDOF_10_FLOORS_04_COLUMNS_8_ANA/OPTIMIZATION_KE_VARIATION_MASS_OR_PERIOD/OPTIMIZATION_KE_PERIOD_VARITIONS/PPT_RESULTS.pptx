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61" r:id="rId5"/>
    <p:sldId id="320" r:id="rId6"/>
    <p:sldId id="357" r:id="rId7"/>
    <p:sldId id="356" r:id="rId8"/>
    <p:sldId id="3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8106" y="212735"/>
            <a:ext cx="1201578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DETERMINATION OF THE OPTIMUM ELASTIC STIFFNESS OF EACH COLUMN BASED ON THE STRUCTURAL PERIOD VARATIONS THROUGH CONSTANT MASS USING FINITE-DIFFERENCE NEWTON ITERATION AND OPENSEES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25BAF-080E-62F6-FACA-7C7A5AA3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B48B4-A4AF-C7E4-59EF-A5697916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421" y="0"/>
            <a:ext cx="2659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17988-827E-D3D3-ACA9-D9E272D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C6993-B6BA-F637-F512-BA644AD6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3" y="0"/>
            <a:ext cx="11613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9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22339" y="58846"/>
            <a:ext cx="1000125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OPTIMIZATION PROBLEM FOR STRUCTURAL PERIOD BY CHANGING EACH COLUMN ELASTIC STIFFNESS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26989F-17F1-D497-1F9C-3758FCD23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05"/>
            <a:ext cx="12192000" cy="65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1100138" y="1843950"/>
            <a:ext cx="1042987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Fmax:  -1.3708056911809763e-10</a:t>
            </a:r>
          </a:p>
          <a:p>
            <a:r>
              <a:rPr lang="en-US" sz="2000" b="1" dirty="0"/>
              <a:t>DF:    -1.3707168733390063e-07</a:t>
            </a:r>
          </a:p>
          <a:p>
            <a:r>
              <a:rPr lang="en-US" sz="2000" b="1" dirty="0"/>
              <a:t>DX:    1.0043478542594068e-07</a:t>
            </a:r>
          </a:p>
          <a:p>
            <a:r>
              <a:rPr lang="en-US" sz="2000" b="1" dirty="0"/>
              <a:t>IT:  423  - RESIDUAL:  1.0043478542594068e-07 X:  14589660.98997329 </a:t>
            </a:r>
          </a:p>
          <a:p>
            <a:endParaRPr lang="en-US" sz="2000" b="1" dirty="0"/>
          </a:p>
          <a:p>
            <a:r>
              <a:rPr lang="en-US" sz="2000" b="1" dirty="0"/>
              <a:t>		 Structural Period:                     4.0000</a:t>
            </a:r>
          </a:p>
          <a:p>
            <a:r>
              <a:rPr lang="en-US" sz="2000" b="1" dirty="0"/>
              <a:t>		 Optimum X (COL. ELASTIC STIFFNESS):    14589660.9900</a:t>
            </a:r>
          </a:p>
          <a:p>
            <a:r>
              <a:rPr lang="en-US" sz="2000" b="1" dirty="0"/>
              <a:t>		 Iteration Counts:                      423</a:t>
            </a:r>
          </a:p>
          <a:p>
            <a:r>
              <a:rPr lang="en-US" sz="2000" b="1" dirty="0"/>
              <a:t>		 Convergence Residual:                  1.0043478543e-07</a:t>
            </a:r>
          </a:p>
          <a:p>
            <a:endParaRPr lang="en-US" sz="2000" b="1" dirty="0"/>
          </a:p>
          <a:p>
            <a:r>
              <a:rPr lang="en-US" sz="2000" b="1" dirty="0"/>
              <a:t>Total time (s): 4.6250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1FD8-8ADC-1F50-BEDF-F781ED47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911C7B-C4DA-0B93-CD50-DB3FE447B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91" y="850767"/>
            <a:ext cx="11043218" cy="51564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E3A545-0AD8-C8FD-694F-DC80A3F2F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67074"/>
            <a:ext cx="3076190" cy="1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4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122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146</cp:revision>
  <cp:lastPrinted>2026-04-12T08:11:55Z</cp:lastPrinted>
  <dcterms:created xsi:type="dcterms:W3CDTF">2025-06-03T10:37:48Z</dcterms:created>
  <dcterms:modified xsi:type="dcterms:W3CDTF">2026-09-25T11:13:15Z</dcterms:modified>
</cp:coreProperties>
</file>