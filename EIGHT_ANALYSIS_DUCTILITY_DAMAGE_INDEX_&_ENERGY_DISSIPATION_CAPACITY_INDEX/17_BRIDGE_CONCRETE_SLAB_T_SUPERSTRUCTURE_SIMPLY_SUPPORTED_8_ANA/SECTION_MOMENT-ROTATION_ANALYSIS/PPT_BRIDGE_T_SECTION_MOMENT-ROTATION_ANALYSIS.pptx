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3" r:id="rId2"/>
    <p:sldId id="258" r:id="rId3"/>
    <p:sldId id="364" r:id="rId4"/>
    <p:sldId id="368" r:id="rId5"/>
    <p:sldId id="371" r:id="rId6"/>
    <p:sldId id="370" r:id="rId7"/>
    <p:sldId id="360" r:id="rId8"/>
    <p:sldId id="341" r:id="rId9"/>
    <p:sldId id="259" r:id="rId10"/>
    <p:sldId id="323" r:id="rId11"/>
    <p:sldId id="303" r:id="rId12"/>
    <p:sldId id="302" r:id="rId13"/>
    <p:sldId id="336" r:id="rId14"/>
    <p:sldId id="342" r:id="rId15"/>
    <p:sldId id="347" r:id="rId16"/>
    <p:sldId id="348" r:id="rId17"/>
    <p:sldId id="324" r:id="rId18"/>
    <p:sldId id="369" r:id="rId19"/>
    <p:sldId id="37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32" autoAdjust="0"/>
    <p:restoredTop sz="94660"/>
  </p:normalViewPr>
  <p:slideViewPr>
    <p:cSldViewPr snapToGrid="0">
      <p:cViewPr varScale="1">
        <p:scale>
          <a:sx n="67" d="100"/>
          <a:sy n="67" d="100"/>
        </p:scale>
        <p:origin x="77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06F19-96B3-4F13-35FC-4C10EA15B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54475-7BA8-25EF-1CFC-6CD765732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133B1-CFEB-D001-3747-C35328F2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554BF-FEFC-F4F4-7D7B-7920E7FFF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AD913-BD93-93CE-A775-2003F45ED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77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8E314-D5C2-3D8B-66C5-8C04C8EE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A1D6D-0944-FD5C-61EE-88C56D0CC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E38C9-F2E3-E438-888A-79911E678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D91B-B219-07DC-D0F4-997D63E8D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C8B21-6104-B689-B956-BFEBA0CBC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48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BEA3-A996-90BC-61CF-A9E8C7053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DE84B-6C6E-0F03-B7CA-AE7251441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907A1-2B55-F570-8543-AF3F1A187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EDF31-B49C-528A-C664-A4965876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BE76D-A87B-DA18-8479-B8301D68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2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1208-B198-1F22-B7DA-898B85137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100EE-A9D5-8996-3B8D-D5C2FD4310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4A0BA-F482-8A2F-69DA-93924ACCF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E56A1-FDF7-04A0-ED99-D5834334B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5502C-B44E-3200-D036-AD1124B44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585DB-3C44-B39A-644C-3F6EAB78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3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ECB78-B4D2-F23F-64BD-C802FC0BD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1A3BD-9AE3-6221-8F14-D02D3448B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B2E2D9-E913-3697-2AE1-5DA127417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C9B34-F075-3C3C-A7E8-D635F590E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2D6DC1-8965-9603-46B6-9AD98D0853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EFDEA5-35A1-A318-5266-2834BAF35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EC9092-5D9A-9E11-005C-C6A1BE62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F392C-5BDE-B1D7-2EA9-B7A047553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68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EF55C-4097-72FF-48B2-B56474D3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83B87-B7B5-54F9-A06C-271130C3D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681D4-63E7-2F19-7B22-EBFB4BC8C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87F270-B9A2-DE4C-B46D-F62DCDA0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96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3D5D6D-2585-E7FC-FB39-DE3E61D7B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BE21F8-D01F-C069-E9A3-8E305BA63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E1E19-44C5-A381-C1F6-8A7150F4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34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6C389-B78C-B2CD-2C77-60FB75B9D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CDF69-B172-3093-9B71-21E9EF817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3A7C3-F528-1D0F-A50E-EA44F42D9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68BD8-8500-71ED-EA5A-CC6BE90C6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146E5-BC7F-015F-BA30-09404FF7D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7EF81-5823-6FEC-027F-08378430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42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2397-66BF-38D3-5200-5C1170407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9C5F01-F6D3-C44A-367D-63103EE249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08A42-B9F7-32DA-F543-E07609EA2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26F43-E67A-6BB5-E035-3630FA185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3D92E-BB12-D139-35FC-5C5AA677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3186E-8782-AB5D-90E2-4B86C7778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4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DC78A-1446-3920-67C0-32803C7E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950D9E-F838-CDDF-A73E-301B576CB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394C8-E136-DF00-DB32-89EDD4605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BF00D-D0FC-834E-D935-77CA41FAF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8F43A-949B-DD39-6782-1C9DC5B7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84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7D68F-F8E6-E1B4-9A2E-6296A75244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D167E-7F88-0DED-889D-64070DEA4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CB663-5F1A-C8B2-DAB0-6695A93DF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9037D-75E8-A82D-0717-D1D16F115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1895C-947D-DEE2-731B-86239A3CC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CE371A-ED9B-F859-8DFE-E88B2FA9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FF3AD-6AF8-0FEC-35CB-99ED597C3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356C9-0DD8-62A7-8D4B-61CCC3AFE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8DA24-7C00-4CB3-BA06-557152E755C0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8E712-AE42-63F8-BAB5-1739C5649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6EA66-660E-1F2A-60C0-D4CA0AEB6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43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7C117-CE88-0125-D7DF-6FCF9E5BD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B2A71D-0FBD-8423-F69B-2494CFBC5591}"/>
              </a:ext>
            </a:extLst>
          </p:cNvPr>
          <p:cNvSpPr txBox="1"/>
          <p:nvPr/>
        </p:nvSpPr>
        <p:spPr>
          <a:xfrm>
            <a:off x="0" y="258901"/>
            <a:ext cx="12192000" cy="634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5400" b="1" dirty="0">
                <a:solidFill>
                  <a:schemeClr val="accent5"/>
                </a:solidFill>
              </a:rPr>
              <a:t>COMPREHENSIVE NONLINEAR SEISMIC ASSESSMENT OF A CONCRETE T SECTION SLAB SUPERSTRUCTURE SIMPILY SUPPORTED SHORT SPAN BRIDGE: AN OPENSEES FRAMEWORK FOR MOMENT-ROTATION ANALYSIS </a:t>
            </a:r>
          </a:p>
          <a:p>
            <a:pPr algn="ctr"/>
            <a:r>
              <a:rPr lang="en-US" sz="1200" b="1" dirty="0">
                <a:solidFill>
                  <a:schemeClr val="accent3"/>
                </a:solidFill>
              </a:rPr>
              <a:t>THIS PROGRAM WRITTEN BY SALAR DELAVAR GHASHGHAEI (QASHQAI)</a:t>
            </a:r>
          </a:p>
        </p:txBody>
      </p:sp>
    </p:spTree>
    <p:extLst>
      <p:ext uri="{BB962C8B-B14F-4D97-AF65-F5344CB8AC3E}">
        <p14:creationId xmlns:p14="http://schemas.microsoft.com/office/powerpoint/2010/main" val="560154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0759B-40F4-A8DE-D64C-E72E1EEE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FC4591A-4F6F-3326-1579-FEF8C2AB95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16" y="0"/>
            <a:ext cx="6380952" cy="18285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505D4D6-9EAA-D268-8A66-C811BB9FF8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8168" y="0"/>
            <a:ext cx="5713793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432E1D7-36C2-89C3-1D06-10A866AD86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706" y="3931805"/>
            <a:ext cx="5767250" cy="8229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1B544CA-11AD-20E7-B06B-0EF33FD557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706" y="5903234"/>
            <a:ext cx="5819972" cy="8229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4369B1A-A797-1397-9DC8-7CBFF25325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067" y="4948469"/>
            <a:ext cx="5767250" cy="8229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5160129-8960-C4C1-DC09-D5C1CEA526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0286" y="1788520"/>
            <a:ext cx="5685714" cy="172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771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08FA0-117C-D38D-EDF8-19CA10DC4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36F2CD8-05EF-3FFE-8CD1-96199A942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408" y="365760"/>
            <a:ext cx="10571183" cy="612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740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F5212-E509-627E-91B5-1CF0D21CA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158049-EAF8-33AA-E443-85BB9CFA2B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665" y="228600"/>
            <a:ext cx="10795758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869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9E782-BDF1-57AE-BDCD-A7393FD13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F4AADA2-4454-51BA-A1E2-7E7BE67C7B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1129" y="234786"/>
            <a:ext cx="6629741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125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910AD-FFEC-D964-F3E3-FAAAE9343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41FCE3-30AC-767D-C1F0-7E1C141BF5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1129" y="234786"/>
            <a:ext cx="6629741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772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D16EE-DA5B-7389-9EBE-68FB26E30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E64053C2-9802-71FC-B793-E9D1ED2FA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1129" y="234786"/>
            <a:ext cx="6629741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415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6C691-2A83-BCFA-633F-56921BAFD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4BB2D9-AC42-7522-FEF9-9A118CAD1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8557"/>
            <a:ext cx="12192000" cy="6520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883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F8AF4-F71D-1920-08A4-7FFFAC020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72B964-3094-74F1-711C-527BD9CB5E8E}"/>
              </a:ext>
            </a:extLst>
          </p:cNvPr>
          <p:cNvSpPr txBox="1"/>
          <p:nvPr/>
        </p:nvSpPr>
        <p:spPr>
          <a:xfrm>
            <a:off x="1943100" y="2902506"/>
            <a:ext cx="894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STATIC ANALYSIS</a:t>
            </a:r>
          </a:p>
        </p:txBody>
      </p:sp>
    </p:spTree>
    <p:extLst>
      <p:ext uri="{BB962C8B-B14F-4D97-AF65-F5344CB8AC3E}">
        <p14:creationId xmlns:p14="http://schemas.microsoft.com/office/powerpoint/2010/main" val="1068325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90C22-AA40-AB9A-9761-537B21628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28A67C-B2BD-4A76-BBD7-AB39D0C3FA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849"/>
            <a:ext cx="12192000" cy="6566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779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6117B-CD12-A128-A9F4-EBB15AF42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054C8FB-21AD-C3C4-04A8-55D1E71F8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3602" y="0"/>
            <a:ext cx="84447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355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D3619-7286-F4EC-EE51-7221FC922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5A9AE0-54D8-DDD3-2CB5-62CDD961B7A7}"/>
              </a:ext>
            </a:extLst>
          </p:cNvPr>
          <p:cNvSpPr txBox="1"/>
          <p:nvPr/>
        </p:nvSpPr>
        <p:spPr>
          <a:xfrm>
            <a:off x="1943100" y="2902506"/>
            <a:ext cx="894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PUSHOVER ANALYSIS</a:t>
            </a:r>
          </a:p>
        </p:txBody>
      </p:sp>
    </p:spTree>
    <p:extLst>
      <p:ext uri="{BB962C8B-B14F-4D97-AF65-F5344CB8AC3E}">
        <p14:creationId xmlns:p14="http://schemas.microsoft.com/office/powerpoint/2010/main" val="906246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D373D-9C8C-5B94-1A02-E3E3C005B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537F0D-1274-99CE-A040-F8FA9723D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777"/>
            <a:ext cx="12192000" cy="6592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5412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09514-A27A-2C9F-6D01-0B2CFAED2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E719E89-7202-B1E6-A9C0-527239CE50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386" y="234786"/>
            <a:ext cx="930322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4186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2FC25-A885-4A53-CFD4-E86ADE3DE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1C6A023-063C-19EF-84ED-9DE7F60FF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4940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52352-CA8C-B49D-193E-E888DFD6C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AC2C68-2727-604E-13AE-6FB030CDC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787" y="234786"/>
            <a:ext cx="925242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0050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CE365-FCCC-FF67-C4EE-3B976A78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06E4967-0FE6-FA29-5FC5-317840BA38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185" y="0"/>
            <a:ext cx="85136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3865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88220-1A07-EEF8-3788-BEEFC939D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5588992-C0ED-9B83-ED05-C4390F6126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488" y="168107"/>
            <a:ext cx="9227024" cy="6521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6360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382B5-6DF8-AB7F-E95C-862287BDE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C22AB6C-1E50-A689-A34F-BBB843AAFB3F}"/>
              </a:ext>
            </a:extLst>
          </p:cNvPr>
          <p:cNvSpPr txBox="1"/>
          <p:nvPr/>
        </p:nvSpPr>
        <p:spPr>
          <a:xfrm>
            <a:off x="2786377" y="1043731"/>
            <a:ext cx="7529513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=   Analysis curve fitted =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     </a:t>
            </a:r>
            <a:r>
              <a:rPr lang="en-US" sz="1600" b="1" dirty="0" err="1">
                <a:solidFill>
                  <a:schemeClr val="accent3"/>
                </a:solidFill>
              </a:rPr>
              <a:t>Disp</a:t>
            </a:r>
            <a:r>
              <a:rPr lang="en-US" sz="1600" b="1" dirty="0">
                <a:solidFill>
                  <a:schemeClr val="accent3"/>
                </a:solidFill>
              </a:rPr>
              <a:t>        Base Shear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----------------------------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[[0.00000000e+00 0.00000000e+00]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 [5.14623391e-01 8.55871071e+09]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 [2.37919579e+00 1.96836283e+10]]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 Structure Elastic Stiffness :     16631017660.17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 Structure Plastic Stiffness :     8273227590.39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 Structure Tangent Stiffness :     5966471217.87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 Structure Ductility Ratio :       4.62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 Structure Over Strength Factor:   2.30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Over Strength Coefficient (</a:t>
            </a:r>
            <a:r>
              <a:rPr lang="el-GR" sz="1600" b="1" dirty="0">
                <a:solidFill>
                  <a:schemeClr val="accent3"/>
                </a:solidFill>
              </a:rPr>
              <a:t>Ω0):      2.2998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Displacement Ductility Ratio (</a:t>
            </a:r>
            <a:r>
              <a:rPr lang="el-GR" sz="1600" b="1" dirty="0">
                <a:solidFill>
                  <a:schemeClr val="accent3"/>
                </a:solidFill>
              </a:rPr>
              <a:t>μ):    4.6232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Ductility Coefficient (R</a:t>
            </a:r>
            <a:r>
              <a:rPr lang="el-GR" sz="1600" b="1" dirty="0">
                <a:solidFill>
                  <a:schemeClr val="accent3"/>
                </a:solidFill>
              </a:rPr>
              <a:t>μ):          4.6232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Structural Behavior Coefficient (R): 10.6326</a:t>
            </a:r>
            <a:endParaRPr 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15512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1044</TotalTime>
  <Words>149</Words>
  <Application>Microsoft Office PowerPoint</Application>
  <PresentationFormat>Widescreen</PresentationFormat>
  <Paragraphs>24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177</cp:revision>
  <cp:lastPrinted>2026-03-26T13:16:31Z</cp:lastPrinted>
  <dcterms:created xsi:type="dcterms:W3CDTF">2025-06-03T10:37:48Z</dcterms:created>
  <dcterms:modified xsi:type="dcterms:W3CDTF">2026-04-21T20:56:47Z</dcterms:modified>
</cp:coreProperties>
</file>