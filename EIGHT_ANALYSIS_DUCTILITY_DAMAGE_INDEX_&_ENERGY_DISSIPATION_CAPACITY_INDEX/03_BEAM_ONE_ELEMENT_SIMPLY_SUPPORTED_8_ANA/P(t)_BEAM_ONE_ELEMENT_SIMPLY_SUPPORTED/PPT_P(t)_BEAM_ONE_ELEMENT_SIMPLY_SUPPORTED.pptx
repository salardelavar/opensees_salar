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41" r:id="rId5"/>
    <p:sldId id="259" r:id="rId6"/>
    <p:sldId id="323" r:id="rId7"/>
    <p:sldId id="303" r:id="rId8"/>
    <p:sldId id="302" r:id="rId9"/>
    <p:sldId id="324" r:id="rId10"/>
    <p:sldId id="306" r:id="rId11"/>
    <p:sldId id="336" r:id="rId12"/>
    <p:sldId id="342" r:id="rId13"/>
    <p:sldId id="347" r:id="rId14"/>
    <p:sldId id="304" r:id="rId15"/>
    <p:sldId id="261" r:id="rId16"/>
    <p:sldId id="325" r:id="rId17"/>
    <p:sldId id="337" r:id="rId18"/>
    <p:sldId id="343" r:id="rId19"/>
    <p:sldId id="307" r:id="rId20"/>
    <p:sldId id="355" r:id="rId21"/>
    <p:sldId id="308" r:id="rId22"/>
    <p:sldId id="265" r:id="rId23"/>
    <p:sldId id="326" r:id="rId24"/>
    <p:sldId id="266" r:id="rId25"/>
    <p:sldId id="309" r:id="rId26"/>
    <p:sldId id="310" r:id="rId27"/>
    <p:sldId id="349" r:id="rId28"/>
    <p:sldId id="311" r:id="rId29"/>
    <p:sldId id="312" r:id="rId30"/>
    <p:sldId id="327" r:id="rId31"/>
    <p:sldId id="313" r:id="rId32"/>
    <p:sldId id="314" r:id="rId33"/>
    <p:sldId id="315" r:id="rId34"/>
    <p:sldId id="330" r:id="rId35"/>
    <p:sldId id="331" r:id="rId36"/>
    <p:sldId id="338" r:id="rId37"/>
    <p:sldId id="318" r:id="rId38"/>
    <p:sldId id="319" r:id="rId39"/>
    <p:sldId id="350" r:id="rId40"/>
    <p:sldId id="356" r:id="rId41"/>
    <p:sldId id="263" r:id="rId42"/>
    <p:sldId id="268" r:id="rId43"/>
    <p:sldId id="329" r:id="rId44"/>
    <p:sldId id="269" r:id="rId45"/>
    <p:sldId id="270" r:id="rId46"/>
    <p:sldId id="332" r:id="rId47"/>
    <p:sldId id="333" r:id="rId48"/>
    <p:sldId id="339" r:id="rId49"/>
    <p:sldId id="271" r:id="rId50"/>
    <p:sldId id="274" r:id="rId51"/>
    <p:sldId id="351" r:id="rId52"/>
    <p:sldId id="352" r:id="rId53"/>
    <p:sldId id="357" r:id="rId54"/>
    <p:sldId id="320" r:id="rId55"/>
    <p:sldId id="275" r:id="rId56"/>
    <p:sldId id="328" r:id="rId57"/>
    <p:sldId id="276" r:id="rId58"/>
    <p:sldId id="277" r:id="rId59"/>
    <p:sldId id="344" r:id="rId60"/>
    <p:sldId id="279" r:id="rId61"/>
    <p:sldId id="345" r:id="rId62"/>
    <p:sldId id="346" r:id="rId63"/>
    <p:sldId id="353" r:id="rId64"/>
    <p:sldId id="354" r:id="rId65"/>
    <p:sldId id="280" r:id="rId66"/>
    <p:sldId id="362" r:id="rId67"/>
    <p:sldId id="360" r:id="rId68"/>
    <p:sldId id="358" r:id="rId69"/>
    <p:sldId id="321" r:id="rId70"/>
    <p:sldId id="361" r:id="rId71"/>
    <p:sldId id="363" r:id="rId72"/>
    <p:sldId id="359" r:id="rId73"/>
    <p:sldId id="364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52487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SIMPLY SUPPORTED BEAM ELEMENT: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E76EE-4726-053F-FB8B-D157966B6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72" y="0"/>
            <a:ext cx="10120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EDCFD-EDC9-CE47-45DE-178F6885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2" y="234786"/>
            <a:ext cx="45849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6467D-9BCF-9C3E-6B0B-5BE42DFDD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21"/>
            <a:ext cx="12192000" cy="65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3D89C3-4A7B-1C8C-6B1B-F9A24AA0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4B158E-6B4A-D376-9D9D-ADD104641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00F15-7F75-AE4D-0C01-E7A9E7C27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21"/>
            <a:ext cx="12192000" cy="65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DED0F-CDD5-AB0F-A366-087842F71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54D27D-74D0-A1BB-792B-C3428977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A8700-6311-110E-9E01-41DE4949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19887E-CF11-013B-7BE4-2D14C0B1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17" y="0"/>
            <a:ext cx="8535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5528D-E9E7-1DB8-85C9-E3D127E5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874"/>
            <a:ext cx="12192000" cy="64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D91374-69F9-272A-1D3B-FE3869665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949BC-5703-6431-537A-3D9074DF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9F705E-3282-EDB0-3E59-E01E8ED5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8B1E68-D70D-ADFF-1C2F-8A7715E2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FCD4-0111-7CC8-6D4E-54CD9E5F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44988-C1FA-C959-2D28-541845550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89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82192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BDC9E-9BDA-2805-1C19-B93BDBD0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02"/>
            <a:ext cx="12192000" cy="65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31CDD9-03CE-26BA-BB1A-9995A091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43" y="936497"/>
            <a:ext cx="803951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64C512-7B5E-8913-9550-46D3CA42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856AC-5779-2B62-4FD7-24029C08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12215-017E-49A0-369D-34A6731E8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ED450-F322-811D-566F-8D650F11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52" y="0"/>
            <a:ext cx="8651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2B84AD-C3D0-2D71-61A9-F5643B558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37"/>
            <a:ext cx="12192000" cy="660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DA0C41-D26B-C8DA-95BE-48DE52D90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72BFEF-2520-4F47-25CF-FC16717A8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A7A06-24DF-FBC0-6AAB-BDBF8323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88" y="733286"/>
            <a:ext cx="920162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E677EF-1E3D-58DB-1231-D211E755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733286"/>
            <a:ext cx="923337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A48FA-A17E-F05E-4C6E-C3367C83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40" y="733286"/>
            <a:ext cx="913812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3856D-8F24-B426-FC3D-FB99C2C37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733286"/>
            <a:ext cx="93349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0B6B8-3474-B5C8-5EC0-7B1811CF0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733286"/>
            <a:ext cx="9309578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A06B0-BEAE-3755-6104-53A74F1E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0A2DD-A3C8-5BC1-CB43-C5B03F75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DF28-30A7-07D5-F60F-44B2AC30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9061DD-235F-878D-FF4D-F9D1236C2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55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C955F-80F5-9550-75CF-1A900C059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46E63-78E0-7242-2A19-A524F124C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462204-0169-4F47-564E-210F1991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4D7B1F-52BD-2278-16BD-848A3F6B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876AFA-50BC-B902-D098-A8D8373B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387C2E-7362-6B3C-6053-3D6BF536D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66C75-C2A5-ACE3-2C63-C6545C2A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3A643-1F5F-3CAD-D03D-691E3E6C4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26D30C-E252-1703-415A-DBA009787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330DD-B689-3459-3EF9-B116251C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ABD509-5070-2D22-1CF2-90B141311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50B8-1666-D715-D57C-45CAFD95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BAF99-AF25-303E-EE1B-30C894CA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25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D2638B-59C7-907C-BCF5-DF8C058E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03"/>
            <a:ext cx="12192000" cy="650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78FFD-AE21-3843-BAA5-29237292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63E4B-5C5C-7331-0DD8-0AC7BEA9C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4E336-2DCE-9B2F-C954-200241C89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BA8BB-43A4-E5D6-EA55-744EDDA30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818EB5-9651-B9B6-5383-4DD612E08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68A9C-C937-6F6E-06CE-D221274F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752D9-BAF0-3521-05A3-FC97D3AA2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EAEBD-1CD5-E8AA-1D17-999CA63A6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20E751-F46C-DFFB-374F-B562A58F1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E49-0A4F-BF35-F96E-B40EDEF0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8EE4C-0DC3-643D-E47D-82B8B1A5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75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E3190-F76A-E9C7-A9C3-CD75E408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07467-10E2-622A-363E-C6189E14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74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1B16-31BF-A0BE-5FDA-7D937782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05B25-245E-E1A9-460B-7126F418E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749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D5CD-52A9-AB47-D87D-54E1C5C9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B5446C-7C6B-B60A-D3DE-7213C2420877}"/>
              </a:ext>
            </a:extLst>
          </p:cNvPr>
          <p:cNvSpPr txBox="1"/>
          <p:nvPr/>
        </p:nvSpPr>
        <p:spPr>
          <a:xfrm>
            <a:off x="2792644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    0.             0.        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  30.34527209 23448.94886727]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 150.         26170.78767713]]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772.74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174.47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22.75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4.94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1.12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1.1161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4.9431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4.9431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5.5169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Y Direction: 0.8804 (%)</a:t>
            </a:r>
          </a:p>
        </p:txBody>
      </p:sp>
    </p:spTree>
    <p:extLst>
      <p:ext uri="{BB962C8B-B14F-4D97-AF65-F5344CB8AC3E}">
        <p14:creationId xmlns:p14="http://schemas.microsoft.com/office/powerpoint/2010/main" val="7793712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045D-230D-9245-CFCE-9F2977DC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DD14C-C32F-2C62-6A03-B41A2CFF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918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9EE7-21CF-44F3-A1E7-9A32AB35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43AEE-78D2-AA82-4E6A-BE412FAE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059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A8D39-A252-B32C-742E-19F5BF06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1B654-51A3-0641-4CCC-8879DDEE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498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8C61-91C2-0EC0-B9EB-B6979E8F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E505AA-6D94-A0A1-6FBE-28297A1EAC06}"/>
              </a:ext>
            </a:extLst>
          </p:cNvPr>
          <p:cNvSpPr txBox="1"/>
          <p:nvPr/>
        </p:nvSpPr>
        <p:spPr>
          <a:xfrm>
            <a:off x="0" y="2380089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616977.62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18723054.88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3.295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3255188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2E8D-748A-7149-BFE4-3DA392A5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71ED1-3D17-7F63-B93C-18D20690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7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212</Words>
  <Application>Microsoft Office PowerPoint</Application>
  <PresentationFormat>Widescreen</PresentationFormat>
  <Paragraphs>34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124</cp:revision>
  <cp:lastPrinted>2026-03-25T11:49:19Z</cp:lastPrinted>
  <dcterms:created xsi:type="dcterms:W3CDTF">2025-06-03T10:37:48Z</dcterms:created>
  <dcterms:modified xsi:type="dcterms:W3CDTF">2026-08-14T08:27:14Z</dcterms:modified>
</cp:coreProperties>
</file>