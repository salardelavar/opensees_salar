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41" r:id="rId5"/>
    <p:sldId id="259" r:id="rId6"/>
    <p:sldId id="323" r:id="rId7"/>
    <p:sldId id="303" r:id="rId8"/>
    <p:sldId id="302" r:id="rId9"/>
    <p:sldId id="324" r:id="rId10"/>
    <p:sldId id="336" r:id="rId11"/>
    <p:sldId id="342" r:id="rId12"/>
    <p:sldId id="347" r:id="rId13"/>
    <p:sldId id="348" r:id="rId14"/>
    <p:sldId id="304" r:id="rId15"/>
    <p:sldId id="261" r:id="rId16"/>
    <p:sldId id="325" r:id="rId17"/>
    <p:sldId id="337" r:id="rId18"/>
    <p:sldId id="343" r:id="rId19"/>
    <p:sldId id="360" r:id="rId20"/>
    <p:sldId id="307" r:id="rId21"/>
    <p:sldId id="308" r:id="rId22"/>
    <p:sldId id="265" r:id="rId23"/>
    <p:sldId id="326" r:id="rId24"/>
    <p:sldId id="266" r:id="rId25"/>
    <p:sldId id="309" r:id="rId26"/>
    <p:sldId id="310" r:id="rId27"/>
    <p:sldId id="349" r:id="rId28"/>
    <p:sldId id="311" r:id="rId29"/>
    <p:sldId id="312" r:id="rId30"/>
    <p:sldId id="327" r:id="rId31"/>
    <p:sldId id="313" r:id="rId32"/>
    <p:sldId id="314" r:id="rId33"/>
    <p:sldId id="315" r:id="rId34"/>
    <p:sldId id="330" r:id="rId35"/>
    <p:sldId id="331" r:id="rId36"/>
    <p:sldId id="338" r:id="rId37"/>
    <p:sldId id="318" r:id="rId38"/>
    <p:sldId id="319" r:id="rId39"/>
    <p:sldId id="350" r:id="rId40"/>
    <p:sldId id="355" r:id="rId41"/>
    <p:sldId id="263" r:id="rId42"/>
    <p:sldId id="268" r:id="rId43"/>
    <p:sldId id="329" r:id="rId44"/>
    <p:sldId id="269" r:id="rId45"/>
    <p:sldId id="270" r:id="rId46"/>
    <p:sldId id="332" r:id="rId47"/>
    <p:sldId id="333" r:id="rId48"/>
    <p:sldId id="339" r:id="rId49"/>
    <p:sldId id="271" r:id="rId50"/>
    <p:sldId id="274" r:id="rId51"/>
    <p:sldId id="351" r:id="rId52"/>
    <p:sldId id="361" r:id="rId53"/>
    <p:sldId id="352" r:id="rId54"/>
    <p:sldId id="320" r:id="rId55"/>
    <p:sldId id="275" r:id="rId56"/>
    <p:sldId id="328" r:id="rId57"/>
    <p:sldId id="276" r:id="rId58"/>
    <p:sldId id="277" r:id="rId59"/>
    <p:sldId id="344" r:id="rId60"/>
    <p:sldId id="279" r:id="rId61"/>
    <p:sldId id="345" r:id="rId62"/>
    <p:sldId id="346" r:id="rId63"/>
    <p:sldId id="353" r:id="rId64"/>
    <p:sldId id="354" r:id="rId65"/>
    <p:sldId id="356" r:id="rId66"/>
    <p:sldId id="362" r:id="rId67"/>
    <p:sldId id="357" r:id="rId68"/>
    <p:sldId id="358" r:id="rId69"/>
    <p:sldId id="363" r:id="rId70"/>
    <p:sldId id="364" r:id="rId71"/>
    <p:sldId id="359" r:id="rId72"/>
    <p:sldId id="36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52487" y="212735"/>
            <a:ext cx="10287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A SIMPLY SUPPORTED BEAM ELEMENT: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1EB574-5457-B8FF-D27D-AF6BCA2D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71" y="0"/>
            <a:ext cx="8821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79E5DE-24C9-F7F9-AB9A-D53F4D4BD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234786"/>
            <a:ext cx="645193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7BA7CF-7BE4-C562-0199-06772747B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07"/>
            <a:ext cx="12192000" cy="65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CEC39-A318-0954-4529-E3461468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499"/>
            <a:ext cx="12192000" cy="665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32BD7-11BA-64D1-AA80-E4B856D11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3B46CF-94F8-67A3-FA06-99C0B416B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47"/>
            <a:ext cx="12192000" cy="66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493FD-00B5-48DE-1186-32253A823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1AFB83-09B4-6AE7-1BC2-E4DD6EA01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B5634-DACC-1C75-CAFF-C55749E9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2352-CA8C-B49D-193E-E888DFD6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BB9AC0-C161-0A19-E9EE-00C78C09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17" y="0"/>
            <a:ext cx="8535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0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2C80DE-924B-81F3-DAFA-0B5C0480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79"/>
            <a:ext cx="12192000" cy="65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EECEE-767E-8784-3461-ABCA008E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E4F2F5-1941-97F5-92F6-26F00684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C55E0-EC89-8217-2C2F-66A1D1A07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B6D0-E9EE-E0AA-1D00-DB12DBA7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D9B57B-CE70-E800-6317-43F2C8B1F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92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6D55F-47BF-36F2-7C57-808B8AEF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A40CCE-17C7-AD7A-E23D-3C142020B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0"/>
            <a:ext cx="12192000" cy="65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57C6E5-5CDF-6F81-3B79-ABD292E7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51CC4-C22F-B3B0-5F54-74B660BAB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501BC0-4CBC-6DA8-FFCA-F7286463C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E58AA-B0BA-8F08-D5E2-90D3A929D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52" y="0"/>
            <a:ext cx="8651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26932-7D14-CA01-A6F0-A91EC3A5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377AAC-19B4-747F-1217-3FB3EC63E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B995D-B080-2FEC-D860-8A232D44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329855-3CFE-67AD-505A-42CB8A8F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90A2C4-7D45-82DD-C904-32ACE0E88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12" y="733286"/>
            <a:ext cx="923337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73010-628F-82DA-4BC1-ABA4752CC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4" y="733286"/>
            <a:ext cx="918257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26366-8F58-C477-E5E9-ED0EE1C92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733286"/>
            <a:ext cx="945563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3AA0BF-DED5-380B-F603-49283E39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85" y="733286"/>
            <a:ext cx="9328629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F8C871-658B-62EB-33B0-EF17FDE33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D93BFA-BBF7-77F3-AF6A-9E26F459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B7A-797E-BF07-CABD-A0AA7D3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4B62D-E887-1FF4-1061-34D3683EA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31" y="0"/>
            <a:ext cx="8499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47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638E5B-27C3-043B-CB66-5A048214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07"/>
            <a:ext cx="12192000" cy="65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29023-D25A-AA21-1F5D-355FC1636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DE8E63-F2E2-9225-3677-33A563CC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041E9D-4E29-4F55-62D5-F385B7DB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32C19E-6F06-43D4-6B86-811D328E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0087A9-FD26-BA11-B77D-8CD460D2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65C955-A67C-847A-4A38-1B70A013C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240BB1-6803-EC9E-D3FE-2E5C1AB34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29484-2777-5BAE-0F9E-01FA7C033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411C8-D501-1AF8-6302-AECA2FBEA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55FF9-93D3-1702-78D4-BEFF80ED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AF747-6364-B1EC-033F-45AA88625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281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813-A871-6CD2-6137-A380D1E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5814AD-1F9B-077A-07F1-E2CB00BE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71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3DA542-F651-2EA8-A8DF-12C142328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59"/>
            <a:ext cx="12192000" cy="65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B3C92A-3C44-A5B6-12FE-40891BB5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02E2DA-E972-3175-5869-ADEB2FC65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CCD262-78A3-253E-ADCA-25F228DBF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F1972F-DE0F-BB24-35F2-06D78AB3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8E0D1D-1D6D-C404-5EF7-96A49FB2C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3FA344-0A04-F6C3-40E6-76CCCA19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8B85F3-A636-6A4C-F20E-A2910244A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24DE9-CF4A-9C80-4575-CA4AA824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445E1-4499-0958-20EB-1A51122E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2007-8BCD-9537-049D-1644D811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1CB5B3-E8BB-3510-7F42-148DE39F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985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8418-F215-8F75-9CF0-6BE025DA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6BB86-1A00-B1E4-DAC4-04AB0232D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900" y="0"/>
            <a:ext cx="8604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161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FF4A-C429-5919-6F0D-F960B732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36D3B-C964-15B9-DC11-AA8F4439B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365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3ADF-7AB6-BA7C-ABF4-6641BFC6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BCE22A-AA52-2DF5-721D-9BBD670248D9}"/>
              </a:ext>
            </a:extLst>
          </p:cNvPr>
          <p:cNvSpPr txBox="1"/>
          <p:nvPr/>
        </p:nvSpPr>
        <p:spPr>
          <a:xfrm>
            <a:off x="2782559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[1.18286124e+01 2.56663651e+05]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[1.50000000e+02 2.77371080e+05]]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21698.54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1849.14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149.87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12.68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1.08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1.0807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12.6811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12.6811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13.7042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Y Direction: 3.1530 (%)</a:t>
            </a:r>
          </a:p>
        </p:txBody>
      </p:sp>
    </p:spTree>
    <p:extLst>
      <p:ext uri="{BB962C8B-B14F-4D97-AF65-F5344CB8AC3E}">
        <p14:creationId xmlns:p14="http://schemas.microsoft.com/office/powerpoint/2010/main" val="38361771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F88F-E401-47F0-CC54-4906CBF7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8CA0AA-1A28-99C5-A55A-AC3772BD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86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CB75-C738-5E63-8B5D-66378F8F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B76A93-4F7B-79AE-3F4A-E4BA35417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725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6F7D-9AC4-1972-BC45-D8C5FCC4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BFDA88-369D-839F-5274-2A35088D7B76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16126225.73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254913104.47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	DISSIPATED ENERGY CAPACITY INDEX: 6.326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33684289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8687-EB6E-EAD7-1311-40BC4849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1F4ACA-9381-716F-FD4F-A32A3A63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221</Words>
  <Application>Microsoft Office PowerPoint</Application>
  <PresentationFormat>Widescreen</PresentationFormat>
  <Paragraphs>34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140</cp:revision>
  <cp:lastPrinted>2026-02-20T17:18:05Z</cp:lastPrinted>
  <dcterms:created xsi:type="dcterms:W3CDTF">2025-06-03T10:37:48Z</dcterms:created>
  <dcterms:modified xsi:type="dcterms:W3CDTF">2026-08-14T09:16:00Z</dcterms:modified>
</cp:coreProperties>
</file>