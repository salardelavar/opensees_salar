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20" r:id="rId5"/>
    <p:sldId id="357" r:id="rId6"/>
    <p:sldId id="3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602962"/>
            <a:ext cx="1201578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DETERMINATION OF OPTIMUM STRUCTURAL INITIAL ELASTIC STIFFNESS FROM STRUCTURAL PERIOD USING FINITE‑DIFFERENCE NEWTON ITERATION AND OPENSEES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1F7B-C90B-1CEE-8DE7-64F3D977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D8D363-398F-F821-A4B7-8D452E788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3" y="0"/>
            <a:ext cx="11613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50913" y="1536174"/>
            <a:ext cx="10001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STRUCTURAL PERIOD BY CHANGING INTIAL ELASTIC STIFFNESS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D0CD3-5FAD-C445-77BC-0C05A992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985838" y="766732"/>
            <a:ext cx="1042987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+--------------------------------------------+</a:t>
            </a:r>
          </a:p>
          <a:p>
            <a:r>
              <a:rPr lang="en-US" sz="2000" b="1" dirty="0"/>
              <a:t>|  lambda   |  omega   |  period | frequency |</a:t>
            </a:r>
          </a:p>
          <a:p>
            <a:r>
              <a:rPr lang="en-US" sz="2000" b="1" dirty="0"/>
              <a:t>+--------------------------------------------+</a:t>
            </a:r>
          </a:p>
          <a:p>
            <a:r>
              <a:rPr lang="en-US" sz="2000" b="1" dirty="0"/>
              <a:t>| 3.948e+03 |  62.8319 |  0.1000 |   10.0000 |</a:t>
            </a:r>
          </a:p>
          <a:p>
            <a:r>
              <a:rPr lang="en-US" sz="2000" b="1" dirty="0"/>
              <a:t>+--------------------------------------------+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Fmax:  -2.533015464045718e-12</a:t>
            </a:r>
          </a:p>
          <a:p>
            <a:r>
              <a:rPr lang="en-US" sz="2000" b="1" dirty="0"/>
              <a:t>DF:    -2.533022402939622e-09</a:t>
            </a:r>
          </a:p>
          <a:p>
            <a:r>
              <a:rPr lang="en-US" sz="2000" b="1" dirty="0"/>
              <a:t>DX:    -0.0</a:t>
            </a:r>
          </a:p>
          <a:p>
            <a:r>
              <a:rPr lang="en-US" sz="2000" b="1" dirty="0"/>
              <a:t>IT:  8  - RESIDUAL:  0.0 X:  19739208.80217871 </a:t>
            </a:r>
          </a:p>
          <a:p>
            <a:endParaRPr lang="en-US" sz="2000" b="1" dirty="0"/>
          </a:p>
          <a:p>
            <a:r>
              <a:rPr lang="en-US" sz="2000" b="1" dirty="0"/>
              <a:t>		 Optimum X (INTIAL ELASTIC STIFFNESS):  19739208.8022</a:t>
            </a:r>
          </a:p>
          <a:p>
            <a:r>
              <a:rPr lang="en-US" sz="2000" b="1" dirty="0"/>
              <a:t>		 Iteration Counts:                      8</a:t>
            </a:r>
          </a:p>
          <a:p>
            <a:r>
              <a:rPr lang="en-US" sz="2000" b="1" dirty="0"/>
              <a:t>		 Convergence Residual:                  0.0000000000e+00</a:t>
            </a:r>
          </a:p>
          <a:p>
            <a:endParaRPr lang="en-US" sz="2000" b="1" dirty="0"/>
          </a:p>
          <a:p>
            <a:r>
              <a:rPr lang="en-US" sz="2000" b="1" dirty="0"/>
              <a:t>Total time (s): 6.1719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133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121</cp:revision>
  <cp:lastPrinted>2026-04-12T08:11:55Z</cp:lastPrinted>
  <dcterms:created xsi:type="dcterms:W3CDTF">2025-06-03T10:37:48Z</dcterms:created>
  <dcterms:modified xsi:type="dcterms:W3CDTF">2026-09-10T07:10:15Z</dcterms:modified>
</cp:coreProperties>
</file>