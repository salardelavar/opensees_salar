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77" r:id="rId5"/>
    <p:sldId id="280" r:id="rId6"/>
    <p:sldId id="281" r:id="rId7"/>
    <p:sldId id="282" r:id="rId8"/>
    <p:sldId id="258" r:id="rId9"/>
    <p:sldId id="262" r:id="rId10"/>
    <p:sldId id="263" r:id="rId11"/>
    <p:sldId id="264" r:id="rId12"/>
    <p:sldId id="286" r:id="rId13"/>
    <p:sldId id="287" r:id="rId14"/>
    <p:sldId id="288" r:id="rId15"/>
    <p:sldId id="289" r:id="rId16"/>
    <p:sldId id="265" r:id="rId17"/>
    <p:sldId id="291" r:id="rId18"/>
    <p:sldId id="292" r:id="rId19"/>
    <p:sldId id="293" r:id="rId20"/>
    <p:sldId id="294" r:id="rId21"/>
    <p:sldId id="295" r:id="rId22"/>
    <p:sldId id="296" r:id="rId23"/>
    <p:sldId id="297" r:id="rId24"/>
    <p:sldId id="290" r:id="rId25"/>
    <p:sldId id="267" r:id="rId26"/>
    <p:sldId id="284" r:id="rId27"/>
    <p:sldId id="268" r:id="rId28"/>
    <p:sldId id="285" r:id="rId29"/>
    <p:sldId id="261" r:id="rId30"/>
    <p:sldId id="269" r:id="rId31"/>
    <p:sldId id="270" r:id="rId32"/>
    <p:sldId id="271" r:id="rId33"/>
    <p:sldId id="272" r:id="rId34"/>
    <p:sldId id="298" r:id="rId35"/>
    <p:sldId id="299" r:id="rId36"/>
    <p:sldId id="300" r:id="rId37"/>
    <p:sldId id="301" r:id="rId38"/>
    <p:sldId id="302" r:id="rId39"/>
    <p:sldId id="303" r:id="rId40"/>
    <p:sldId id="304" r:id="rId41"/>
    <p:sldId id="305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03" autoAdjust="0"/>
    <p:restoredTop sz="94660"/>
  </p:normalViewPr>
  <p:slideViewPr>
    <p:cSldViewPr snapToGrid="0">
      <p:cViewPr varScale="1">
        <p:scale>
          <a:sx n="67" d="100"/>
          <a:sy n="67" d="100"/>
        </p:scale>
        <p:origin x="81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92245-1276-2F9E-D5B0-858A91816B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13E768-FFE3-7815-78D5-91112BB1C6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52766-3E21-CB4A-82C0-46288AEC9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8DB7A-10EE-3704-B39C-032E9D3BB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E80BD-6007-1289-B37F-A3B86E5A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928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7FEE2-115A-A17E-63AD-EFD34DA98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AA150-0100-3322-EFBC-8F7B5070F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928C0-0033-802C-E79A-7CD6CD0D3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A8EB8-26C7-9467-044A-CF1E93815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633F3-E6C8-3F6D-1147-29FF1F871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166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8B423-DAF8-0E0F-6C0E-546719128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4F5A3-39F5-FE10-BCBD-C93CF8FD6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F3D4A-6F8E-6A62-F4E8-B378EEA78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F05A8-C580-405C-D60E-84001B268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CABA7-CC78-7F02-3408-DB85F62C3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434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041B7-39C8-823B-CC59-35153E825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0C828-0508-4355-5B68-4317D71ED9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7D2EEB-B816-3A5B-19C1-C0A4D3F574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4C860E-1A81-1092-C9B5-8146CB332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F5232A-29A2-3DAC-A37D-77AB957BF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BE3C4A-2511-851F-7953-1E61C4A06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403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A5D00-0737-CE4A-B8A5-0783B1E36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F921C7-D02F-70CD-8FDC-2822B75DF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CBED4B-4097-9EA8-D1BA-E0B9658524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B402CB-474E-B23A-B7E7-3C4D4D086E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28195B-E362-8663-33C6-56FE6C3521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95DA75-710F-65B2-961E-30840DF9A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6A42F6-5E2F-5825-1C6B-5BE004698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79B0B2-2C67-56A7-193B-69765CCE9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230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B8F7B-80F7-19C6-B80C-0C0CF3F3C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E8FD69-092D-6BDA-D9AF-22CF64AB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6BE809-34ED-B5F0-8846-FE910F545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A6C6A0-3AE3-102B-A313-9C4E69C47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40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05B8BF-5605-410F-B44F-6B871103D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F9717B-7E28-E366-687F-A197A2EC4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6F4F25-65E4-3A6D-97E2-32EF39680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658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9FE1C-859D-2857-DDB1-064759511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8714A-2C98-5B95-9336-9EA5B796BC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4214F3-EC79-61BC-7D9C-4F194A79F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531B14-F832-5CB9-9887-5C5FB28CC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1EE5BD-507A-353E-52F9-A753D1CE4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55F285-7269-ED7F-7469-E912875D8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973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BAEE1-44BC-0EC7-C1EB-6C4110C7D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AD776E-5982-147A-117C-B50DC019E6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86F07E-BAB3-1705-3C79-368299BC27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CF9324-B58E-B8D8-D0DA-5A36B74DD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37E76E-25EB-0AB3-6842-6970C7AE9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6116AD-D76C-2558-A652-06D103ABA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800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6204F-D122-27C9-090E-42FC8AF08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F1615F-858B-AEFF-C7CF-3421CE0151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EE5AF-DE31-5F99-ED57-439E21AAA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D5A380-E2F2-B1AF-0759-DA66F788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1CFAB-1B57-D8DA-9D28-F48AE83E9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730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252860-0AF7-5AD0-FC1A-F0F7C7D49B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CCD87F-ED33-3366-FB71-BF447F0FA5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D05CC-BFAE-4598-2B14-715A5CA8F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40842-DBF5-EDB4-199D-93F4C8AFE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EBF08-6E14-6701-3F45-7D7E158A2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366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6A5D77-A0A2-8A52-2947-4EBC405A8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C1375-CAB9-E2AA-1717-3FCDE62D9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2EC21-C9BE-5113-F6E0-5F2D9831D3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A06ADF-130A-4EE9-BF7A-7391C22933F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B3C76-6C60-2408-276B-3733231AD7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067AB-4761-7DA8-277A-E5F7A6564C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185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C09E288-CB9B-3660-66A6-85C2B1FC54AA}"/>
              </a:ext>
            </a:extLst>
          </p:cNvPr>
          <p:cNvSpPr txBox="1"/>
          <p:nvPr/>
        </p:nvSpPr>
        <p:spPr>
          <a:xfrm>
            <a:off x="0" y="428178"/>
            <a:ext cx="121920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4400" b="1" dirty="0">
                <a:solidFill>
                  <a:schemeClr val="accent5"/>
                </a:solidFill>
              </a:rPr>
              <a:t>FRAGILITY ANALYSIS BASED ON ACCELERATION, STRUCTURAL DUCTILITY DAMAGE INDEX, ENERGY DISSIPATION CAPACITY INDEX, EQULIVALENT VISCOUS DAMPING RATIO WITH NONLINEAR DYNAMIC ANALYSIS OF A SINGLE-DEGREE-OF-FREEDOM (SDOF) SYSTEM </a:t>
            </a:r>
            <a:r>
              <a:rPr lang="en-US" sz="4400" b="1">
                <a:solidFill>
                  <a:schemeClr val="accent5"/>
                </a:solidFill>
              </a:rPr>
              <a:t>UTILIZING 200 </a:t>
            </a:r>
            <a:r>
              <a:rPr lang="en-US" sz="4400" b="1" dirty="0">
                <a:solidFill>
                  <a:schemeClr val="accent5"/>
                </a:solidFill>
              </a:rPr>
              <a:t>GROUND MOTIONS IN OPENSEES</a:t>
            </a:r>
          </a:p>
          <a:p>
            <a:pPr algn="ctr"/>
            <a:r>
              <a:rPr lang="en-US" sz="1600" b="1" dirty="0">
                <a:solidFill>
                  <a:schemeClr val="accent3"/>
                </a:solidFill>
              </a:rPr>
              <a:t>WRITTEN BY SALAR DELAVAR GHASHGHAEI (QASHQAI)  </a:t>
            </a:r>
          </a:p>
        </p:txBody>
      </p:sp>
    </p:spTree>
    <p:extLst>
      <p:ext uri="{BB962C8B-B14F-4D97-AF65-F5344CB8AC3E}">
        <p14:creationId xmlns:p14="http://schemas.microsoft.com/office/powerpoint/2010/main" val="2913548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4D527-182C-3B60-4E09-421863039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93AAA8A-3BDB-87D5-FBF0-0B1FCCDF5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3979" y="956423"/>
            <a:ext cx="5205412" cy="49451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944588F-BD52-FC93-B139-6E1DA31236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6839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338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BF7EA-DC27-756F-9EAA-CFEC55CAA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some words&#10;&#10;AI-generated content may be incorrect.">
            <a:extLst>
              <a:ext uri="{FF2B5EF4-FFF2-40B4-BE49-F238E27FC236}">
                <a16:creationId xmlns:a16="http://schemas.microsoft.com/office/drawing/2014/main" id="{E4C3F518-02E5-BAF3-B2C3-10659662AF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3562" y="2085975"/>
            <a:ext cx="8524875" cy="268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976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C5B33-FE65-F366-A7AF-FED24F272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612C72-85C3-0793-6C0B-3E72CEAED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218"/>
            <a:ext cx="12192000" cy="6639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066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8C38B-17E3-4D5A-9963-7E8574F04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40AFE38-8780-4170-0BAC-07BCFA010C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149" y="457200"/>
            <a:ext cx="6951702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742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A3D33-DE37-E425-FC47-4E9C2D9E4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3C7EBAE-8F10-218C-F10A-513FA6800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0167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24AFA-0CCF-A951-5D23-8BC371F05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9FE2F8-2751-B7AC-C0DB-B8C2E5722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2407" y="733286"/>
            <a:ext cx="6547186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1724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CDF46-10CD-2617-2D90-ACB296357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3D4EEAC-FBB2-630E-351F-F14B85EE93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9342" y="777738"/>
            <a:ext cx="7093315" cy="5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555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ADB8B-6E38-437C-3068-B8454425F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F2FBD81-920F-E6FD-F868-DF0CAE5FD1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0807" y="276063"/>
            <a:ext cx="8490386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317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3A5D6-30CC-2C13-1F9C-D72363F55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4E38A75-0121-A8D8-C79A-C5055599A9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239" y="777738"/>
            <a:ext cx="9163521" cy="5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601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A8FDC-DAF9-A547-EB2B-DF347820C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65621CD-9FA5-DF0B-1129-DFB44A1970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1756" y="276063"/>
            <a:ext cx="8528488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0640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452F6-3BAC-A9AB-1505-6E38DCE9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37CB5C-065D-0C61-F575-4BA5CDE8DC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2997" y="777738"/>
            <a:ext cx="8846005" cy="5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9910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E26A2-954A-C11B-2B18-791012DF6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725E4C-1E29-3713-732C-15F2932961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1756" y="276063"/>
            <a:ext cx="8528488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3929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46ADA-ACD1-012C-26CC-8DBE897D7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F121F9-6286-625B-A41D-97DBF9A25A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8803" y="777738"/>
            <a:ext cx="9614394" cy="53025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EF5BB10-577A-6A0D-713B-B49440957F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275" y="3135312"/>
            <a:ext cx="3162300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387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029D0-CF3C-EA4C-3D1A-E4FED1C33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06444C-2E7F-C5F4-1A5C-D26A733AA1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478" y="276063"/>
            <a:ext cx="8611043" cy="63058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21271F8-B303-C4CC-931D-11C2B0A8F7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8121" y="5163984"/>
            <a:ext cx="4892314" cy="7315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20A4538-22A2-3F28-DB1D-ABC33C9DCD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-1870287" y="3246119"/>
            <a:ext cx="5686817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5974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4FECB-A4BA-36E3-CFA5-09C8755E5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7E6D64-0BEC-4323-67E7-674A0710CD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600" y="936497"/>
            <a:ext cx="7772799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0538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AF195-6EBF-CD6E-A47D-1B9BEEFAA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4150F8-ED75-01A9-4330-57AEB2E8F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154" y="936497"/>
            <a:ext cx="7607691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8447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6211B-F6DD-9EC6-EF05-F4B3DAC5A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54F62B-04DB-503E-1823-66B1EDB319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549" y="936497"/>
            <a:ext cx="7810901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0480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899DB-B764-ABFA-3D15-096F932B5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C892A80-9E7E-4561-0F39-AA39BB189A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154" y="936497"/>
            <a:ext cx="7607691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4441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CF99D-08D9-2588-A0B2-AAD0CCEF6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A1D99D-9924-B8DB-7AA2-8BC63F6FC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0877" y="936497"/>
            <a:ext cx="7690245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8523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DFD41-4906-E5D1-4425-A40A6D3E6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68D7A8-51E8-4E69-01D5-9637AF949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5476" y="936497"/>
            <a:ext cx="7741048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5658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AB48C-BD09-36AA-CA1E-0B118DD84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D0CF11-C8FB-E1C0-BC7A-2DBAEAB184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826" y="936497"/>
            <a:ext cx="7728347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3455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A2347-ED9D-8634-21B5-2E4D3845B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624E07-A5B4-C5A1-22D9-10E53B6E97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826" y="936497"/>
            <a:ext cx="7728347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960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37C3D-742D-EED6-4510-F06AAACAD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DC12CB-1549-DF94-34AD-C2DE6D2053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6899" y="936497"/>
            <a:ext cx="7798201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8126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124D0-8A23-1434-1CA8-DEC3D1484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97E36B1-91B1-B901-D569-06BE25CD0C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881" y="0"/>
            <a:ext cx="103322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3069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D819A-1928-18D7-41BB-26159F858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43EAF0C-474D-9DC8-EA71-D409F97344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881" y="0"/>
            <a:ext cx="10332238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629CFB-939D-7A4A-36F2-A2AA18A8A6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6533" y="1706988"/>
            <a:ext cx="6309360" cy="943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0567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52FA3-C5C9-7EEC-59E4-E37C81ED5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604BA4-7553-BF01-F04B-EA3933360E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881" y="0"/>
            <a:ext cx="10332238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039E48-6380-22CA-66F1-DCA6CE6744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83" y="1469848"/>
            <a:ext cx="11373633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6929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BC678-C004-44B8-4B1E-DA38E6699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41389D-A930-7464-C1D2-FB1A12F56B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881" y="0"/>
            <a:ext cx="10332238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B9742E6-3621-1E3B-124D-A821C28253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8363" y="1935161"/>
            <a:ext cx="3162300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6574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05C90-67EB-63BD-EECA-89A2A5C49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F6DEFA-25B0-B89A-C66D-6374372FD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881" y="0"/>
            <a:ext cx="103322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7428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AC39B-BF89-6D71-4D0A-02B017BA2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786B79-5018-F892-6505-4D0E13A20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6531" y="936497"/>
            <a:ext cx="6578938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8391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0CE58-7650-48F4-683C-8146BF0B2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4AA1EA-9DB0-E58F-A7BA-A794F5701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5910" y="936497"/>
            <a:ext cx="6420180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9508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EB524-8DFD-020E-3C93-B33000332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1EF2C5-AD97-D82B-2C59-FCB17FEE02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8136" y="936497"/>
            <a:ext cx="6375728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1068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D7E6E-BFA1-3ACA-84FA-401F33DA8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84C391-C644-24A9-7A76-3EEAB0F01E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4305" y="936497"/>
            <a:ext cx="6623390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3364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84BD1-1096-95D2-4770-E0A1C3257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DB78A31-F138-6825-BE2E-9CFEF67BE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8944" y="936497"/>
            <a:ext cx="8014112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1638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B87AE-A243-33A7-485B-3E09BB850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E672B8-1AFD-BF37-7953-DD12B66FDA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0221" y="936497"/>
            <a:ext cx="7931558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1022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76072-74F7-B618-7338-A8AACED93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3D51D2-42BF-4C78-18F8-104D012981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0221" y="936497"/>
            <a:ext cx="7931558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0126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F62A3-12F8-430E-04F5-0BD1E5322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53680F-F819-14EA-26AC-0E676FAA6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826" y="936497"/>
            <a:ext cx="7728347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89497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FEF44-6106-C76B-9658-AC45752EE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E5CBDC-5E19-7791-8978-AE8C265178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1695" y="0"/>
            <a:ext cx="61686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06482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41F61-D8E1-F14D-7685-620D5A116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CC425C-9D92-0754-7472-05A4BA191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350" y="731520"/>
            <a:ext cx="11001300" cy="5394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92365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4BD85-6664-90FE-5B5D-782C6B625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7CEFBF-FBBE-15EC-64CB-486C2B9CC6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9059" y="0"/>
            <a:ext cx="68538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88554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7CF69-2ED1-D176-F186-5D7E35385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00740F-0972-74DC-E781-67E711D9F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1987" y="320040"/>
            <a:ext cx="8188025" cy="621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131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593</TotalTime>
  <Words>60</Words>
  <Application>Microsoft Office PowerPoint</Application>
  <PresentationFormat>Widescreen</PresentationFormat>
  <Paragraphs>3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87</cp:revision>
  <cp:lastPrinted>2025-12-04T16:25:27Z</cp:lastPrinted>
  <dcterms:created xsi:type="dcterms:W3CDTF">2025-07-19T22:10:00Z</dcterms:created>
  <dcterms:modified xsi:type="dcterms:W3CDTF">2026-09-14T06:39:49Z</dcterms:modified>
</cp:coreProperties>
</file>