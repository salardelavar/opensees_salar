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57" r:id="rId4"/>
    <p:sldId id="291" r:id="rId5"/>
    <p:sldId id="277" r:id="rId6"/>
    <p:sldId id="280" r:id="rId7"/>
    <p:sldId id="281" r:id="rId8"/>
    <p:sldId id="282" r:id="rId9"/>
    <p:sldId id="258" r:id="rId10"/>
    <p:sldId id="262" r:id="rId11"/>
    <p:sldId id="263" r:id="rId12"/>
    <p:sldId id="264" r:id="rId13"/>
    <p:sldId id="266" r:id="rId14"/>
    <p:sldId id="278" r:id="rId15"/>
    <p:sldId id="265" r:id="rId16"/>
    <p:sldId id="286" r:id="rId17"/>
    <p:sldId id="267" r:id="rId18"/>
    <p:sldId id="284" r:id="rId19"/>
    <p:sldId id="268" r:id="rId20"/>
    <p:sldId id="285" r:id="rId21"/>
    <p:sldId id="261" r:id="rId22"/>
    <p:sldId id="269" r:id="rId23"/>
    <p:sldId id="270" r:id="rId24"/>
    <p:sldId id="271" r:id="rId25"/>
    <p:sldId id="272" r:id="rId26"/>
    <p:sldId id="273" r:id="rId27"/>
    <p:sldId id="274" r:id="rId28"/>
    <p:sldId id="279" r:id="rId29"/>
    <p:sldId id="287" r:id="rId30"/>
    <p:sldId id="288" r:id="rId31"/>
    <p:sldId id="289" r:id="rId32"/>
    <p:sldId id="290"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103" autoAdjust="0"/>
    <p:restoredTop sz="94660"/>
  </p:normalViewPr>
  <p:slideViewPr>
    <p:cSldViewPr snapToGrid="0">
      <p:cViewPr varScale="1">
        <p:scale>
          <a:sx n="67" d="100"/>
          <a:sy n="67" d="100"/>
        </p:scale>
        <p:origin x="81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92245-1276-2F9E-D5B0-858A91816B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313E768-FFE3-7815-78D5-91112BB1C6A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6A52766-3E21-CB4A-82C0-46288AEC9D2F}"/>
              </a:ext>
            </a:extLst>
          </p:cNvPr>
          <p:cNvSpPr>
            <a:spLocks noGrp="1"/>
          </p:cNvSpPr>
          <p:nvPr>
            <p:ph type="dt" sz="half" idx="10"/>
          </p:nvPr>
        </p:nvSpPr>
        <p:spPr/>
        <p:txBody>
          <a:bodyPr/>
          <a:lstStyle/>
          <a:p>
            <a:fld id="{A4A06ADF-130A-4EE9-BF7A-7391C22933F6}" type="datetimeFigureOut">
              <a:rPr lang="en-US" smtClean="0"/>
              <a:t>10/16/2026</a:t>
            </a:fld>
            <a:endParaRPr lang="en-US"/>
          </a:p>
        </p:txBody>
      </p:sp>
      <p:sp>
        <p:nvSpPr>
          <p:cNvPr id="5" name="Footer Placeholder 4">
            <a:extLst>
              <a:ext uri="{FF2B5EF4-FFF2-40B4-BE49-F238E27FC236}">
                <a16:creationId xmlns:a16="http://schemas.microsoft.com/office/drawing/2014/main" id="{5F88DB7A-10EE-3704-B39C-032E9D3BBA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9E80BD-6007-1289-B37F-A3B86E5A5237}"/>
              </a:ext>
            </a:extLst>
          </p:cNvPr>
          <p:cNvSpPr>
            <a:spLocks noGrp="1"/>
          </p:cNvSpPr>
          <p:nvPr>
            <p:ph type="sldNum" sz="quarter" idx="12"/>
          </p:nvPr>
        </p:nvSpPr>
        <p:spPr/>
        <p:txBody>
          <a:bodyPr/>
          <a:lstStyle/>
          <a:p>
            <a:fld id="{86790AE0-150F-4B70-8E43-8E49767670F8}" type="slidenum">
              <a:rPr lang="en-US" smtClean="0"/>
              <a:t>‹#›</a:t>
            </a:fld>
            <a:endParaRPr lang="en-US"/>
          </a:p>
        </p:txBody>
      </p:sp>
    </p:spTree>
    <p:extLst>
      <p:ext uri="{BB962C8B-B14F-4D97-AF65-F5344CB8AC3E}">
        <p14:creationId xmlns:p14="http://schemas.microsoft.com/office/powerpoint/2010/main" val="11149282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7FEE2-115A-A17E-63AD-EFD34DA98EA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8AA150-0100-3322-EFBC-8F7B5070F98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6928C0-0033-802C-E79A-7CD6CD0D360E}"/>
              </a:ext>
            </a:extLst>
          </p:cNvPr>
          <p:cNvSpPr>
            <a:spLocks noGrp="1"/>
          </p:cNvSpPr>
          <p:nvPr>
            <p:ph type="dt" sz="half" idx="10"/>
          </p:nvPr>
        </p:nvSpPr>
        <p:spPr/>
        <p:txBody>
          <a:bodyPr/>
          <a:lstStyle/>
          <a:p>
            <a:fld id="{A4A06ADF-130A-4EE9-BF7A-7391C22933F6}" type="datetimeFigureOut">
              <a:rPr lang="en-US" smtClean="0"/>
              <a:t>10/16/2026</a:t>
            </a:fld>
            <a:endParaRPr lang="en-US"/>
          </a:p>
        </p:txBody>
      </p:sp>
      <p:sp>
        <p:nvSpPr>
          <p:cNvPr id="5" name="Footer Placeholder 4">
            <a:extLst>
              <a:ext uri="{FF2B5EF4-FFF2-40B4-BE49-F238E27FC236}">
                <a16:creationId xmlns:a16="http://schemas.microsoft.com/office/drawing/2014/main" id="{3CAA8EB8-26C7-9467-044A-CF1E938154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8633F3-E6C8-3F6D-1147-29FF1F8713E7}"/>
              </a:ext>
            </a:extLst>
          </p:cNvPr>
          <p:cNvSpPr>
            <a:spLocks noGrp="1"/>
          </p:cNvSpPr>
          <p:nvPr>
            <p:ph type="sldNum" sz="quarter" idx="12"/>
          </p:nvPr>
        </p:nvSpPr>
        <p:spPr/>
        <p:txBody>
          <a:bodyPr/>
          <a:lstStyle/>
          <a:p>
            <a:fld id="{86790AE0-150F-4B70-8E43-8E49767670F8}" type="slidenum">
              <a:rPr lang="en-US" smtClean="0"/>
              <a:t>‹#›</a:t>
            </a:fld>
            <a:endParaRPr lang="en-US"/>
          </a:p>
        </p:txBody>
      </p:sp>
    </p:spTree>
    <p:extLst>
      <p:ext uri="{BB962C8B-B14F-4D97-AF65-F5344CB8AC3E}">
        <p14:creationId xmlns:p14="http://schemas.microsoft.com/office/powerpoint/2010/main" val="27901662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8B423-DAF8-0E0F-6C0E-5467191286A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DA4F5A3-39F5-FE10-BCBD-C93CF8FD669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0FF3D4A-6F8E-6A62-F4E8-B378EEA78187}"/>
              </a:ext>
            </a:extLst>
          </p:cNvPr>
          <p:cNvSpPr>
            <a:spLocks noGrp="1"/>
          </p:cNvSpPr>
          <p:nvPr>
            <p:ph type="dt" sz="half" idx="10"/>
          </p:nvPr>
        </p:nvSpPr>
        <p:spPr/>
        <p:txBody>
          <a:bodyPr/>
          <a:lstStyle/>
          <a:p>
            <a:fld id="{A4A06ADF-130A-4EE9-BF7A-7391C22933F6}" type="datetimeFigureOut">
              <a:rPr lang="en-US" smtClean="0"/>
              <a:t>10/16/2026</a:t>
            </a:fld>
            <a:endParaRPr lang="en-US"/>
          </a:p>
        </p:txBody>
      </p:sp>
      <p:sp>
        <p:nvSpPr>
          <p:cNvPr id="5" name="Footer Placeholder 4">
            <a:extLst>
              <a:ext uri="{FF2B5EF4-FFF2-40B4-BE49-F238E27FC236}">
                <a16:creationId xmlns:a16="http://schemas.microsoft.com/office/drawing/2014/main" id="{002F05A8-C580-405C-D60E-84001B268D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8CABA7-CC78-7F02-3408-DB85F62C3936}"/>
              </a:ext>
            </a:extLst>
          </p:cNvPr>
          <p:cNvSpPr>
            <a:spLocks noGrp="1"/>
          </p:cNvSpPr>
          <p:nvPr>
            <p:ph type="sldNum" sz="quarter" idx="12"/>
          </p:nvPr>
        </p:nvSpPr>
        <p:spPr/>
        <p:txBody>
          <a:bodyPr/>
          <a:lstStyle/>
          <a:p>
            <a:fld id="{86790AE0-150F-4B70-8E43-8E49767670F8}" type="slidenum">
              <a:rPr lang="en-US" smtClean="0"/>
              <a:t>‹#›</a:t>
            </a:fld>
            <a:endParaRPr lang="en-US"/>
          </a:p>
        </p:txBody>
      </p:sp>
    </p:spTree>
    <p:extLst>
      <p:ext uri="{BB962C8B-B14F-4D97-AF65-F5344CB8AC3E}">
        <p14:creationId xmlns:p14="http://schemas.microsoft.com/office/powerpoint/2010/main" val="11724346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041B7-39C8-823B-CC59-35153E8257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50C828-0508-4355-5B68-4317D71ED92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17D2EEB-B816-3A5B-19C1-C0A4D3F574A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74C860E-1A81-1092-C9B5-8146CB332788}"/>
              </a:ext>
            </a:extLst>
          </p:cNvPr>
          <p:cNvSpPr>
            <a:spLocks noGrp="1"/>
          </p:cNvSpPr>
          <p:nvPr>
            <p:ph type="dt" sz="half" idx="10"/>
          </p:nvPr>
        </p:nvSpPr>
        <p:spPr/>
        <p:txBody>
          <a:bodyPr/>
          <a:lstStyle/>
          <a:p>
            <a:fld id="{A4A06ADF-130A-4EE9-BF7A-7391C22933F6}" type="datetimeFigureOut">
              <a:rPr lang="en-US" smtClean="0"/>
              <a:t>10/16/2026</a:t>
            </a:fld>
            <a:endParaRPr lang="en-US"/>
          </a:p>
        </p:txBody>
      </p:sp>
      <p:sp>
        <p:nvSpPr>
          <p:cNvPr id="6" name="Footer Placeholder 5">
            <a:extLst>
              <a:ext uri="{FF2B5EF4-FFF2-40B4-BE49-F238E27FC236}">
                <a16:creationId xmlns:a16="http://schemas.microsoft.com/office/drawing/2014/main" id="{69F5232A-29A2-3DAC-A37D-77AB957BF3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BE3C4A-2511-851F-7953-1E61C4A0642F}"/>
              </a:ext>
            </a:extLst>
          </p:cNvPr>
          <p:cNvSpPr>
            <a:spLocks noGrp="1"/>
          </p:cNvSpPr>
          <p:nvPr>
            <p:ph type="sldNum" sz="quarter" idx="12"/>
          </p:nvPr>
        </p:nvSpPr>
        <p:spPr/>
        <p:txBody>
          <a:bodyPr/>
          <a:lstStyle/>
          <a:p>
            <a:fld id="{86790AE0-150F-4B70-8E43-8E49767670F8}" type="slidenum">
              <a:rPr lang="en-US" smtClean="0"/>
              <a:t>‹#›</a:t>
            </a:fld>
            <a:endParaRPr lang="en-US"/>
          </a:p>
        </p:txBody>
      </p:sp>
    </p:spTree>
    <p:extLst>
      <p:ext uri="{BB962C8B-B14F-4D97-AF65-F5344CB8AC3E}">
        <p14:creationId xmlns:p14="http://schemas.microsoft.com/office/powerpoint/2010/main" val="30714031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A5D00-0737-CE4A-B8A5-0783B1E3680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FF921C7-D02F-70CD-8FDC-2822B75DF5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5CBED4B-4097-9EA8-D1BA-E0B96585244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B402CB-474E-B23A-B7E7-3C4D4D086E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28195B-E362-8663-33C6-56FE6C35212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095DA75-710F-65B2-961E-30840DF9AD10}"/>
              </a:ext>
            </a:extLst>
          </p:cNvPr>
          <p:cNvSpPr>
            <a:spLocks noGrp="1"/>
          </p:cNvSpPr>
          <p:nvPr>
            <p:ph type="dt" sz="half" idx="10"/>
          </p:nvPr>
        </p:nvSpPr>
        <p:spPr/>
        <p:txBody>
          <a:bodyPr/>
          <a:lstStyle/>
          <a:p>
            <a:fld id="{A4A06ADF-130A-4EE9-BF7A-7391C22933F6}" type="datetimeFigureOut">
              <a:rPr lang="en-US" smtClean="0"/>
              <a:t>10/16/2026</a:t>
            </a:fld>
            <a:endParaRPr lang="en-US"/>
          </a:p>
        </p:txBody>
      </p:sp>
      <p:sp>
        <p:nvSpPr>
          <p:cNvPr id="8" name="Footer Placeholder 7">
            <a:extLst>
              <a:ext uri="{FF2B5EF4-FFF2-40B4-BE49-F238E27FC236}">
                <a16:creationId xmlns:a16="http://schemas.microsoft.com/office/drawing/2014/main" id="{316A42F6-5E2F-5825-1C6B-5BE0046985F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E79B0B2-2C67-56A7-193B-69765CCE9637}"/>
              </a:ext>
            </a:extLst>
          </p:cNvPr>
          <p:cNvSpPr>
            <a:spLocks noGrp="1"/>
          </p:cNvSpPr>
          <p:nvPr>
            <p:ph type="sldNum" sz="quarter" idx="12"/>
          </p:nvPr>
        </p:nvSpPr>
        <p:spPr/>
        <p:txBody>
          <a:bodyPr/>
          <a:lstStyle/>
          <a:p>
            <a:fld id="{86790AE0-150F-4B70-8E43-8E49767670F8}" type="slidenum">
              <a:rPr lang="en-US" smtClean="0"/>
              <a:t>‹#›</a:t>
            </a:fld>
            <a:endParaRPr lang="en-US"/>
          </a:p>
        </p:txBody>
      </p:sp>
    </p:spTree>
    <p:extLst>
      <p:ext uri="{BB962C8B-B14F-4D97-AF65-F5344CB8AC3E}">
        <p14:creationId xmlns:p14="http://schemas.microsoft.com/office/powerpoint/2010/main" val="9932307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B8F7B-80F7-19C6-B80C-0C0CF3F3C30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FE8FD69-092D-6BDA-D9AF-22CF64AB8996}"/>
              </a:ext>
            </a:extLst>
          </p:cNvPr>
          <p:cNvSpPr>
            <a:spLocks noGrp="1"/>
          </p:cNvSpPr>
          <p:nvPr>
            <p:ph type="dt" sz="half" idx="10"/>
          </p:nvPr>
        </p:nvSpPr>
        <p:spPr/>
        <p:txBody>
          <a:bodyPr/>
          <a:lstStyle/>
          <a:p>
            <a:fld id="{A4A06ADF-130A-4EE9-BF7A-7391C22933F6}" type="datetimeFigureOut">
              <a:rPr lang="en-US" smtClean="0"/>
              <a:t>10/16/2026</a:t>
            </a:fld>
            <a:endParaRPr lang="en-US"/>
          </a:p>
        </p:txBody>
      </p:sp>
      <p:sp>
        <p:nvSpPr>
          <p:cNvPr id="4" name="Footer Placeholder 3">
            <a:extLst>
              <a:ext uri="{FF2B5EF4-FFF2-40B4-BE49-F238E27FC236}">
                <a16:creationId xmlns:a16="http://schemas.microsoft.com/office/drawing/2014/main" id="{2B6BE809-34ED-B5F0-8846-FE910F545D9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0A6C6A0-3AE3-102B-A313-9C4E69C47AC5}"/>
              </a:ext>
            </a:extLst>
          </p:cNvPr>
          <p:cNvSpPr>
            <a:spLocks noGrp="1"/>
          </p:cNvSpPr>
          <p:nvPr>
            <p:ph type="sldNum" sz="quarter" idx="12"/>
          </p:nvPr>
        </p:nvSpPr>
        <p:spPr/>
        <p:txBody>
          <a:bodyPr/>
          <a:lstStyle/>
          <a:p>
            <a:fld id="{86790AE0-150F-4B70-8E43-8E49767670F8}" type="slidenum">
              <a:rPr lang="en-US" smtClean="0"/>
              <a:t>‹#›</a:t>
            </a:fld>
            <a:endParaRPr lang="en-US"/>
          </a:p>
        </p:txBody>
      </p:sp>
    </p:spTree>
    <p:extLst>
      <p:ext uri="{BB962C8B-B14F-4D97-AF65-F5344CB8AC3E}">
        <p14:creationId xmlns:p14="http://schemas.microsoft.com/office/powerpoint/2010/main" val="3994409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05B8BF-5605-410F-B44F-6B871103DE86}"/>
              </a:ext>
            </a:extLst>
          </p:cNvPr>
          <p:cNvSpPr>
            <a:spLocks noGrp="1"/>
          </p:cNvSpPr>
          <p:nvPr>
            <p:ph type="dt" sz="half" idx="10"/>
          </p:nvPr>
        </p:nvSpPr>
        <p:spPr/>
        <p:txBody>
          <a:bodyPr/>
          <a:lstStyle/>
          <a:p>
            <a:fld id="{A4A06ADF-130A-4EE9-BF7A-7391C22933F6}" type="datetimeFigureOut">
              <a:rPr lang="en-US" smtClean="0"/>
              <a:t>10/16/2026</a:t>
            </a:fld>
            <a:endParaRPr lang="en-US"/>
          </a:p>
        </p:txBody>
      </p:sp>
      <p:sp>
        <p:nvSpPr>
          <p:cNvPr id="3" name="Footer Placeholder 2">
            <a:extLst>
              <a:ext uri="{FF2B5EF4-FFF2-40B4-BE49-F238E27FC236}">
                <a16:creationId xmlns:a16="http://schemas.microsoft.com/office/drawing/2014/main" id="{9BF9717B-7E28-E366-687F-A197A2EC459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D6F4F25-65E4-3A6D-97E2-32EF396800BE}"/>
              </a:ext>
            </a:extLst>
          </p:cNvPr>
          <p:cNvSpPr>
            <a:spLocks noGrp="1"/>
          </p:cNvSpPr>
          <p:nvPr>
            <p:ph type="sldNum" sz="quarter" idx="12"/>
          </p:nvPr>
        </p:nvSpPr>
        <p:spPr/>
        <p:txBody>
          <a:bodyPr/>
          <a:lstStyle/>
          <a:p>
            <a:fld id="{86790AE0-150F-4B70-8E43-8E49767670F8}" type="slidenum">
              <a:rPr lang="en-US" smtClean="0"/>
              <a:t>‹#›</a:t>
            </a:fld>
            <a:endParaRPr lang="en-US"/>
          </a:p>
        </p:txBody>
      </p:sp>
    </p:spTree>
    <p:extLst>
      <p:ext uri="{BB962C8B-B14F-4D97-AF65-F5344CB8AC3E}">
        <p14:creationId xmlns:p14="http://schemas.microsoft.com/office/powerpoint/2010/main" val="41886585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9FE1C-859D-2857-DDB1-0647595117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6E8714A-2C98-5B95-9336-9EA5B796BC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84214F3-EC79-61BC-7D9C-4F194A79FF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531B14-F832-5CB9-9887-5C5FB28CC673}"/>
              </a:ext>
            </a:extLst>
          </p:cNvPr>
          <p:cNvSpPr>
            <a:spLocks noGrp="1"/>
          </p:cNvSpPr>
          <p:nvPr>
            <p:ph type="dt" sz="half" idx="10"/>
          </p:nvPr>
        </p:nvSpPr>
        <p:spPr/>
        <p:txBody>
          <a:bodyPr/>
          <a:lstStyle/>
          <a:p>
            <a:fld id="{A4A06ADF-130A-4EE9-BF7A-7391C22933F6}" type="datetimeFigureOut">
              <a:rPr lang="en-US" smtClean="0"/>
              <a:t>10/16/2026</a:t>
            </a:fld>
            <a:endParaRPr lang="en-US"/>
          </a:p>
        </p:txBody>
      </p:sp>
      <p:sp>
        <p:nvSpPr>
          <p:cNvPr id="6" name="Footer Placeholder 5">
            <a:extLst>
              <a:ext uri="{FF2B5EF4-FFF2-40B4-BE49-F238E27FC236}">
                <a16:creationId xmlns:a16="http://schemas.microsoft.com/office/drawing/2014/main" id="{0C1EE5BD-507A-353E-52F9-A753D1CE46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55F285-7269-ED7F-7469-E912875D802A}"/>
              </a:ext>
            </a:extLst>
          </p:cNvPr>
          <p:cNvSpPr>
            <a:spLocks noGrp="1"/>
          </p:cNvSpPr>
          <p:nvPr>
            <p:ph type="sldNum" sz="quarter" idx="12"/>
          </p:nvPr>
        </p:nvSpPr>
        <p:spPr/>
        <p:txBody>
          <a:bodyPr/>
          <a:lstStyle/>
          <a:p>
            <a:fld id="{86790AE0-150F-4B70-8E43-8E49767670F8}" type="slidenum">
              <a:rPr lang="en-US" smtClean="0"/>
              <a:t>‹#›</a:t>
            </a:fld>
            <a:endParaRPr lang="en-US"/>
          </a:p>
        </p:txBody>
      </p:sp>
    </p:spTree>
    <p:extLst>
      <p:ext uri="{BB962C8B-B14F-4D97-AF65-F5344CB8AC3E}">
        <p14:creationId xmlns:p14="http://schemas.microsoft.com/office/powerpoint/2010/main" val="10369733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BAEE1-44BC-0EC7-C1EB-6C4110C7DF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EAD776E-5982-147A-117C-B50DC019E6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386F07E-BAB3-1705-3C79-368299BC27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CF9324-B58E-B8D8-D0DA-5A36B74DD3F1}"/>
              </a:ext>
            </a:extLst>
          </p:cNvPr>
          <p:cNvSpPr>
            <a:spLocks noGrp="1"/>
          </p:cNvSpPr>
          <p:nvPr>
            <p:ph type="dt" sz="half" idx="10"/>
          </p:nvPr>
        </p:nvSpPr>
        <p:spPr/>
        <p:txBody>
          <a:bodyPr/>
          <a:lstStyle/>
          <a:p>
            <a:fld id="{A4A06ADF-130A-4EE9-BF7A-7391C22933F6}" type="datetimeFigureOut">
              <a:rPr lang="en-US" smtClean="0"/>
              <a:t>10/16/2026</a:t>
            </a:fld>
            <a:endParaRPr lang="en-US"/>
          </a:p>
        </p:txBody>
      </p:sp>
      <p:sp>
        <p:nvSpPr>
          <p:cNvPr id="6" name="Footer Placeholder 5">
            <a:extLst>
              <a:ext uri="{FF2B5EF4-FFF2-40B4-BE49-F238E27FC236}">
                <a16:creationId xmlns:a16="http://schemas.microsoft.com/office/drawing/2014/main" id="{FB37E76E-25EB-0AB3-6842-6970C7AE98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6116AD-D76C-2558-A652-06D103ABA2CF}"/>
              </a:ext>
            </a:extLst>
          </p:cNvPr>
          <p:cNvSpPr>
            <a:spLocks noGrp="1"/>
          </p:cNvSpPr>
          <p:nvPr>
            <p:ph type="sldNum" sz="quarter" idx="12"/>
          </p:nvPr>
        </p:nvSpPr>
        <p:spPr/>
        <p:txBody>
          <a:bodyPr/>
          <a:lstStyle/>
          <a:p>
            <a:fld id="{86790AE0-150F-4B70-8E43-8E49767670F8}" type="slidenum">
              <a:rPr lang="en-US" smtClean="0"/>
              <a:t>‹#›</a:t>
            </a:fld>
            <a:endParaRPr lang="en-US"/>
          </a:p>
        </p:txBody>
      </p:sp>
    </p:spTree>
    <p:extLst>
      <p:ext uri="{BB962C8B-B14F-4D97-AF65-F5344CB8AC3E}">
        <p14:creationId xmlns:p14="http://schemas.microsoft.com/office/powerpoint/2010/main" val="26228009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6204F-D122-27C9-090E-42FC8AF08AA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6F1615F-858B-AEFF-C7CF-3421CE01513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8EE5AF-DE31-5F99-ED57-439E21AAAF04}"/>
              </a:ext>
            </a:extLst>
          </p:cNvPr>
          <p:cNvSpPr>
            <a:spLocks noGrp="1"/>
          </p:cNvSpPr>
          <p:nvPr>
            <p:ph type="dt" sz="half" idx="10"/>
          </p:nvPr>
        </p:nvSpPr>
        <p:spPr/>
        <p:txBody>
          <a:bodyPr/>
          <a:lstStyle/>
          <a:p>
            <a:fld id="{A4A06ADF-130A-4EE9-BF7A-7391C22933F6}" type="datetimeFigureOut">
              <a:rPr lang="en-US" smtClean="0"/>
              <a:t>10/16/2026</a:t>
            </a:fld>
            <a:endParaRPr lang="en-US"/>
          </a:p>
        </p:txBody>
      </p:sp>
      <p:sp>
        <p:nvSpPr>
          <p:cNvPr id="5" name="Footer Placeholder 4">
            <a:extLst>
              <a:ext uri="{FF2B5EF4-FFF2-40B4-BE49-F238E27FC236}">
                <a16:creationId xmlns:a16="http://schemas.microsoft.com/office/drawing/2014/main" id="{18D5A380-E2F2-B1AF-0759-DA66F788E2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51CFAB-1B57-D8DA-9D28-F48AE83E9C1B}"/>
              </a:ext>
            </a:extLst>
          </p:cNvPr>
          <p:cNvSpPr>
            <a:spLocks noGrp="1"/>
          </p:cNvSpPr>
          <p:nvPr>
            <p:ph type="sldNum" sz="quarter" idx="12"/>
          </p:nvPr>
        </p:nvSpPr>
        <p:spPr/>
        <p:txBody>
          <a:bodyPr/>
          <a:lstStyle/>
          <a:p>
            <a:fld id="{86790AE0-150F-4B70-8E43-8E49767670F8}" type="slidenum">
              <a:rPr lang="en-US" smtClean="0"/>
              <a:t>‹#›</a:t>
            </a:fld>
            <a:endParaRPr lang="en-US"/>
          </a:p>
        </p:txBody>
      </p:sp>
    </p:spTree>
    <p:extLst>
      <p:ext uri="{BB962C8B-B14F-4D97-AF65-F5344CB8AC3E}">
        <p14:creationId xmlns:p14="http://schemas.microsoft.com/office/powerpoint/2010/main" val="40657301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252860-0AF7-5AD0-FC1A-F0F7C7D49B6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0CCD87F-ED33-3366-FB71-BF447F0FA55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DD05CC-BFAE-4598-2B14-715A5CA8F044}"/>
              </a:ext>
            </a:extLst>
          </p:cNvPr>
          <p:cNvSpPr>
            <a:spLocks noGrp="1"/>
          </p:cNvSpPr>
          <p:nvPr>
            <p:ph type="dt" sz="half" idx="10"/>
          </p:nvPr>
        </p:nvSpPr>
        <p:spPr/>
        <p:txBody>
          <a:bodyPr/>
          <a:lstStyle/>
          <a:p>
            <a:fld id="{A4A06ADF-130A-4EE9-BF7A-7391C22933F6}" type="datetimeFigureOut">
              <a:rPr lang="en-US" smtClean="0"/>
              <a:t>10/16/2026</a:t>
            </a:fld>
            <a:endParaRPr lang="en-US"/>
          </a:p>
        </p:txBody>
      </p:sp>
      <p:sp>
        <p:nvSpPr>
          <p:cNvPr id="5" name="Footer Placeholder 4">
            <a:extLst>
              <a:ext uri="{FF2B5EF4-FFF2-40B4-BE49-F238E27FC236}">
                <a16:creationId xmlns:a16="http://schemas.microsoft.com/office/drawing/2014/main" id="{9EB40842-DBF5-EDB4-199D-93F4C8AFEB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BEBF08-6E14-6701-3F45-7D7E158A2126}"/>
              </a:ext>
            </a:extLst>
          </p:cNvPr>
          <p:cNvSpPr>
            <a:spLocks noGrp="1"/>
          </p:cNvSpPr>
          <p:nvPr>
            <p:ph type="sldNum" sz="quarter" idx="12"/>
          </p:nvPr>
        </p:nvSpPr>
        <p:spPr/>
        <p:txBody>
          <a:bodyPr/>
          <a:lstStyle/>
          <a:p>
            <a:fld id="{86790AE0-150F-4B70-8E43-8E49767670F8}" type="slidenum">
              <a:rPr lang="en-US" smtClean="0"/>
              <a:t>‹#›</a:t>
            </a:fld>
            <a:endParaRPr lang="en-US"/>
          </a:p>
        </p:txBody>
      </p:sp>
    </p:spTree>
    <p:extLst>
      <p:ext uri="{BB962C8B-B14F-4D97-AF65-F5344CB8AC3E}">
        <p14:creationId xmlns:p14="http://schemas.microsoft.com/office/powerpoint/2010/main" val="17943663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6A5D77-A0A2-8A52-2947-4EBC405A8C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57C1375-CAB9-E2AA-1717-3FCDE62D9B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42EC21-C9BE-5113-F6E0-5F2D9831D39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4A06ADF-130A-4EE9-BF7A-7391C22933F6}" type="datetimeFigureOut">
              <a:rPr lang="en-US" smtClean="0"/>
              <a:t>10/16/2026</a:t>
            </a:fld>
            <a:endParaRPr lang="en-US"/>
          </a:p>
        </p:txBody>
      </p:sp>
      <p:sp>
        <p:nvSpPr>
          <p:cNvPr id="5" name="Footer Placeholder 4">
            <a:extLst>
              <a:ext uri="{FF2B5EF4-FFF2-40B4-BE49-F238E27FC236}">
                <a16:creationId xmlns:a16="http://schemas.microsoft.com/office/drawing/2014/main" id="{0C2B3C76-6C60-2408-276B-3733231AD7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F2067AB-4761-7DA8-277A-E5F7A6564C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6790AE0-150F-4B70-8E43-8E49767670F8}" type="slidenum">
              <a:rPr lang="en-US" smtClean="0"/>
              <a:t>‹#›</a:t>
            </a:fld>
            <a:endParaRPr lang="en-US"/>
          </a:p>
        </p:txBody>
      </p:sp>
    </p:spTree>
    <p:extLst>
      <p:ext uri="{BB962C8B-B14F-4D97-AF65-F5344CB8AC3E}">
        <p14:creationId xmlns:p14="http://schemas.microsoft.com/office/powerpoint/2010/main" val="33351850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C09E288-CB9B-3660-66A6-85C2B1FC54AA}"/>
              </a:ext>
            </a:extLst>
          </p:cNvPr>
          <p:cNvSpPr txBox="1"/>
          <p:nvPr/>
        </p:nvSpPr>
        <p:spPr>
          <a:xfrm>
            <a:off x="0" y="428178"/>
            <a:ext cx="12192000" cy="6124754"/>
          </a:xfrm>
          <a:prstGeom prst="rect">
            <a:avLst/>
          </a:prstGeom>
          <a:noFill/>
        </p:spPr>
        <p:txBody>
          <a:bodyPr wrap="square" rtlCol="0">
            <a:spAutoFit/>
          </a:bodyPr>
          <a:lstStyle/>
          <a:p>
            <a:pPr algn="ctr"/>
            <a:r>
              <a:rPr lang="en-US" sz="1600" b="1" dirty="0">
                <a:solidFill>
                  <a:schemeClr val="accent3"/>
                </a:solidFill>
              </a:rPr>
              <a:t>&gt;&gt; IN THE NAME OF ALLAH, THE MOST GRACIOUS, THE MOST MERCIFUL &lt;&lt;</a:t>
            </a:r>
          </a:p>
          <a:p>
            <a:pPr algn="ctr"/>
            <a:r>
              <a:rPr lang="en-US" sz="6000" b="1" dirty="0">
                <a:solidFill>
                  <a:schemeClr val="accent5"/>
                </a:solidFill>
              </a:rPr>
              <a:t>PARAMETRIC NONLINEAR SEISMIC DEMAND SPECTRA OF A SINGLE-DEGREE-OF-FREEDOM (SDOF) SYSTEMS WITH VARIABLE DUCTILITY CAPACITY IN OPENSEES</a:t>
            </a:r>
            <a:endParaRPr lang="en-US" sz="5400" b="1" dirty="0">
              <a:solidFill>
                <a:schemeClr val="accent5"/>
              </a:solidFill>
            </a:endParaRPr>
          </a:p>
          <a:p>
            <a:pPr algn="ctr"/>
            <a:r>
              <a:rPr lang="en-US" sz="1600" b="1" dirty="0">
                <a:solidFill>
                  <a:schemeClr val="accent3"/>
                </a:solidFill>
              </a:rPr>
              <a:t>WRITTEN BY SALAR DELAVAR GHASHGHAEI (QASHQAI)  </a:t>
            </a:r>
          </a:p>
        </p:txBody>
      </p:sp>
    </p:spTree>
    <p:extLst>
      <p:ext uri="{BB962C8B-B14F-4D97-AF65-F5344CB8AC3E}">
        <p14:creationId xmlns:p14="http://schemas.microsoft.com/office/powerpoint/2010/main" val="29135483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BF7EA-DC27-756F-9EAA-CFEC55CAA47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8D7A49F-C96B-3846-5031-25FFD0C0173F}"/>
              </a:ext>
            </a:extLst>
          </p:cNvPr>
          <p:cNvSpPr txBox="1"/>
          <p:nvPr/>
        </p:nvSpPr>
        <p:spPr>
          <a:xfrm>
            <a:off x="0" y="0"/>
            <a:ext cx="12192000" cy="6740307"/>
          </a:xfrm>
          <a:prstGeom prst="rect">
            <a:avLst/>
          </a:prstGeom>
          <a:noFill/>
        </p:spPr>
        <p:txBody>
          <a:bodyPr wrap="square" rtlCol="0">
            <a:spAutoFit/>
          </a:bodyPr>
          <a:lstStyle/>
          <a:p>
            <a:r>
              <a:rPr lang="en-US" sz="2400" b="1" dirty="0"/>
              <a:t>This </a:t>
            </a:r>
            <a:r>
              <a:rPr lang="en-US" sz="2400" b="1" dirty="0" err="1"/>
              <a:t>OpenSees</a:t>
            </a:r>
            <a:r>
              <a:rPr lang="en-US" sz="2400" b="1" dirty="0"/>
              <a:t> script performs a nonlinear SDOF ductility response-spectrum analysis that characterizes an oscillator’s hysteretic behavior, energy dissipation, and damage under earthquake excitation. It defines mass, stiffness, yield strength, ultimate displacement, and damping; applies a cyclic displacement protocol to establish baseline energy dissipation; then runs nonlinear time-history analyses with Newmark integration over a parametric sweep of periods. For each period, it extracts peak displacement, velocity, acceleration, and base reaction, and computes the Ductility Damage Index, Energy Dissipation Capacity Index, and Equivalent Viscous Damping Ratio. Finally, it statistically processes and plots displacement, velocity, acceleration, base-reaction, DDI, EDCI, and EVDR spectra, generates fragility information, and exports results for</a:t>
            </a:r>
          </a:p>
          <a:p>
            <a:r>
              <a:rPr lang="en-US" sz="2400" b="1" dirty="0"/>
              <a:t>performance-based earthquake engineering and parametric studies.</a:t>
            </a:r>
          </a:p>
          <a:p>
            <a:endParaRPr lang="en-US" sz="2400" b="1" dirty="0"/>
          </a:p>
          <a:p>
            <a:r>
              <a:rPr lang="en-US" sz="2400" b="1" dirty="0"/>
              <a:t>Since the structure was assumed to be inelastic and the response spectra were then plotted for the energy dissipation capacity index and the ductility damage index, this shows the natural period beyond which an increase in the structure’s period leads to a higher probability of damage, and as the ductility ratio of the structure increases, the level of damage decreases.</a:t>
            </a:r>
          </a:p>
        </p:txBody>
      </p:sp>
    </p:spTree>
    <p:extLst>
      <p:ext uri="{BB962C8B-B14F-4D97-AF65-F5344CB8AC3E}">
        <p14:creationId xmlns:p14="http://schemas.microsoft.com/office/powerpoint/2010/main" val="32819766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4D527-182C-3B60-4E09-421863039E98}"/>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1944588F-BD52-FC93-B139-6E1DA312361B}"/>
              </a:ext>
            </a:extLst>
          </p:cNvPr>
          <p:cNvPicPr>
            <a:picLocks noChangeAspect="1"/>
          </p:cNvPicPr>
          <p:nvPr/>
        </p:nvPicPr>
        <p:blipFill>
          <a:blip r:embed="rId2"/>
          <a:stretch>
            <a:fillRect/>
          </a:stretch>
        </p:blipFill>
        <p:spPr>
          <a:xfrm>
            <a:off x="0" y="0"/>
            <a:ext cx="6683979" cy="6858000"/>
          </a:xfrm>
          <a:prstGeom prst="rect">
            <a:avLst/>
          </a:prstGeom>
        </p:spPr>
      </p:pic>
      <p:pic>
        <p:nvPicPr>
          <p:cNvPr id="3" name="Picture 2">
            <a:extLst>
              <a:ext uri="{FF2B5EF4-FFF2-40B4-BE49-F238E27FC236}">
                <a16:creationId xmlns:a16="http://schemas.microsoft.com/office/drawing/2014/main" id="{B32224F9-89F1-65EF-D4B9-94003876AEF9}"/>
              </a:ext>
            </a:extLst>
          </p:cNvPr>
          <p:cNvPicPr>
            <a:picLocks noChangeAspect="1"/>
          </p:cNvPicPr>
          <p:nvPr/>
        </p:nvPicPr>
        <p:blipFill>
          <a:blip r:embed="rId3"/>
          <a:stretch>
            <a:fillRect/>
          </a:stretch>
        </p:blipFill>
        <p:spPr>
          <a:xfrm>
            <a:off x="6485535" y="910389"/>
            <a:ext cx="5706465" cy="5037221"/>
          </a:xfrm>
          <a:prstGeom prst="rect">
            <a:avLst/>
          </a:prstGeom>
        </p:spPr>
      </p:pic>
    </p:spTree>
    <p:extLst>
      <p:ext uri="{BB962C8B-B14F-4D97-AF65-F5344CB8AC3E}">
        <p14:creationId xmlns:p14="http://schemas.microsoft.com/office/powerpoint/2010/main" val="9553384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BEACE-2D9B-979F-4F46-CCC9A2ED0ADD}"/>
            </a:ext>
          </a:extLst>
        </p:cNvPr>
        <p:cNvGrpSpPr/>
        <p:nvPr/>
      </p:nvGrpSpPr>
      <p:grpSpPr>
        <a:xfrm>
          <a:off x="0" y="0"/>
          <a:ext cx="0" cy="0"/>
          <a:chOff x="0" y="0"/>
          <a:chExt cx="0" cy="0"/>
        </a:xfrm>
      </p:grpSpPr>
      <p:pic>
        <p:nvPicPr>
          <p:cNvPr id="3" name="Picture 2" descr="A close-up of some words&#10;&#10;AI-generated content may be incorrect.">
            <a:extLst>
              <a:ext uri="{FF2B5EF4-FFF2-40B4-BE49-F238E27FC236}">
                <a16:creationId xmlns:a16="http://schemas.microsoft.com/office/drawing/2014/main" id="{B083FAEE-3992-22B7-1EB8-02990E7DCFF7}"/>
              </a:ext>
            </a:extLst>
          </p:cNvPr>
          <p:cNvPicPr>
            <a:picLocks noChangeAspect="1"/>
          </p:cNvPicPr>
          <p:nvPr/>
        </p:nvPicPr>
        <p:blipFill>
          <a:blip r:embed="rId2"/>
          <a:stretch>
            <a:fillRect/>
          </a:stretch>
        </p:blipFill>
        <p:spPr>
          <a:xfrm>
            <a:off x="1833562" y="2085975"/>
            <a:ext cx="8524875" cy="2686050"/>
          </a:xfrm>
          <a:prstGeom prst="rect">
            <a:avLst/>
          </a:prstGeom>
        </p:spPr>
      </p:pic>
    </p:spTree>
    <p:extLst>
      <p:ext uri="{BB962C8B-B14F-4D97-AF65-F5344CB8AC3E}">
        <p14:creationId xmlns:p14="http://schemas.microsoft.com/office/powerpoint/2010/main" val="459732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C5B33-FE65-F366-A7AF-FED24F272EE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7801E5F-A915-3849-6B06-364C21924520}"/>
              </a:ext>
            </a:extLst>
          </p:cNvPr>
          <p:cNvPicPr>
            <a:picLocks noChangeAspect="1"/>
          </p:cNvPicPr>
          <p:nvPr/>
        </p:nvPicPr>
        <p:blipFill>
          <a:blip r:embed="rId2"/>
          <a:stretch>
            <a:fillRect/>
          </a:stretch>
        </p:blipFill>
        <p:spPr>
          <a:xfrm>
            <a:off x="0" y="148621"/>
            <a:ext cx="12192000" cy="6560757"/>
          </a:xfrm>
          <a:prstGeom prst="rect">
            <a:avLst/>
          </a:prstGeom>
        </p:spPr>
      </p:pic>
    </p:spTree>
    <p:extLst>
      <p:ext uri="{BB962C8B-B14F-4D97-AF65-F5344CB8AC3E}">
        <p14:creationId xmlns:p14="http://schemas.microsoft.com/office/powerpoint/2010/main" val="23600661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8C38B-17E3-4D5A-9963-7E8574F04B87}"/>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FCC92B86-7432-11AD-BC1B-CAC7119C4D77}"/>
              </a:ext>
            </a:extLst>
          </p:cNvPr>
          <p:cNvPicPr>
            <a:picLocks noChangeAspect="1"/>
          </p:cNvPicPr>
          <p:nvPr/>
        </p:nvPicPr>
        <p:blipFill>
          <a:blip r:embed="rId2"/>
          <a:stretch>
            <a:fillRect/>
          </a:stretch>
        </p:blipFill>
        <p:spPr>
          <a:xfrm>
            <a:off x="2943063" y="733286"/>
            <a:ext cx="6305874" cy="5391427"/>
          </a:xfrm>
          <a:prstGeom prst="rect">
            <a:avLst/>
          </a:prstGeom>
        </p:spPr>
      </p:pic>
    </p:spTree>
    <p:extLst>
      <p:ext uri="{BB962C8B-B14F-4D97-AF65-F5344CB8AC3E}">
        <p14:creationId xmlns:p14="http://schemas.microsoft.com/office/powerpoint/2010/main" val="19257422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A3D33-DE37-E425-FC47-4E9C2D9E4D2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4E53716-F3EB-4733-F7D9-54A13D443946}"/>
              </a:ext>
            </a:extLst>
          </p:cNvPr>
          <p:cNvPicPr>
            <a:picLocks noChangeAspect="1"/>
          </p:cNvPicPr>
          <p:nvPr/>
        </p:nvPicPr>
        <p:blipFill>
          <a:blip r:embed="rId2"/>
          <a:stretch>
            <a:fillRect/>
          </a:stretch>
        </p:blipFill>
        <p:spPr>
          <a:xfrm>
            <a:off x="2943063" y="733286"/>
            <a:ext cx="6305874" cy="5391427"/>
          </a:xfrm>
          <a:prstGeom prst="rect">
            <a:avLst/>
          </a:prstGeom>
        </p:spPr>
      </p:pic>
    </p:spTree>
    <p:extLst>
      <p:ext uri="{BB962C8B-B14F-4D97-AF65-F5344CB8AC3E}">
        <p14:creationId xmlns:p14="http://schemas.microsoft.com/office/powerpoint/2010/main" val="990016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24AFA-0CCF-A951-5D23-8BC371F054E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1F49706-5726-9647-C0EA-798F0DA0A41E}"/>
              </a:ext>
            </a:extLst>
          </p:cNvPr>
          <p:cNvPicPr>
            <a:picLocks noChangeAspect="1"/>
          </p:cNvPicPr>
          <p:nvPr/>
        </p:nvPicPr>
        <p:blipFill>
          <a:blip r:embed="rId2"/>
          <a:stretch>
            <a:fillRect/>
          </a:stretch>
        </p:blipFill>
        <p:spPr>
          <a:xfrm>
            <a:off x="2873209" y="733286"/>
            <a:ext cx="6445581" cy="5391427"/>
          </a:xfrm>
          <a:prstGeom prst="rect">
            <a:avLst/>
          </a:prstGeom>
        </p:spPr>
      </p:pic>
    </p:spTree>
    <p:extLst>
      <p:ext uri="{BB962C8B-B14F-4D97-AF65-F5344CB8AC3E}">
        <p14:creationId xmlns:p14="http://schemas.microsoft.com/office/powerpoint/2010/main" val="16701724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CDF46-10CD-2617-2D90-ACB296357D0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ECCE331-5FF3-26DD-B2E4-04B9DC2ED7C5}"/>
              </a:ext>
            </a:extLst>
          </p:cNvPr>
          <p:cNvPicPr>
            <a:picLocks noChangeAspect="1"/>
          </p:cNvPicPr>
          <p:nvPr/>
        </p:nvPicPr>
        <p:blipFill>
          <a:blip r:embed="rId2"/>
          <a:stretch>
            <a:fillRect/>
          </a:stretch>
        </p:blipFill>
        <p:spPr>
          <a:xfrm>
            <a:off x="1973981" y="0"/>
            <a:ext cx="8244038" cy="6858000"/>
          </a:xfrm>
          <a:prstGeom prst="rect">
            <a:avLst/>
          </a:prstGeom>
        </p:spPr>
      </p:pic>
    </p:spTree>
    <p:extLst>
      <p:ext uri="{BB962C8B-B14F-4D97-AF65-F5344CB8AC3E}">
        <p14:creationId xmlns:p14="http://schemas.microsoft.com/office/powerpoint/2010/main" val="32975553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ADB8B-6E38-437C-3068-B8454425FDD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1D32EEB-89E6-E352-7602-F62E9C5785E4}"/>
              </a:ext>
            </a:extLst>
          </p:cNvPr>
          <p:cNvPicPr>
            <a:picLocks noChangeAspect="1"/>
          </p:cNvPicPr>
          <p:nvPr/>
        </p:nvPicPr>
        <p:blipFill>
          <a:blip r:embed="rId2"/>
          <a:stretch>
            <a:fillRect/>
          </a:stretch>
        </p:blipFill>
        <p:spPr>
          <a:xfrm>
            <a:off x="1973981" y="0"/>
            <a:ext cx="8244038" cy="6858000"/>
          </a:xfrm>
          <a:prstGeom prst="rect">
            <a:avLst/>
          </a:prstGeom>
        </p:spPr>
      </p:pic>
    </p:spTree>
    <p:extLst>
      <p:ext uri="{BB962C8B-B14F-4D97-AF65-F5344CB8AC3E}">
        <p14:creationId xmlns:p14="http://schemas.microsoft.com/office/powerpoint/2010/main" val="22143173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3A5D6-30CC-2C13-1F9C-D72363F55C3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379CC1D-C726-A734-E5EE-C6D936B67776}"/>
              </a:ext>
            </a:extLst>
          </p:cNvPr>
          <p:cNvPicPr>
            <a:picLocks noChangeAspect="1"/>
          </p:cNvPicPr>
          <p:nvPr/>
        </p:nvPicPr>
        <p:blipFill>
          <a:blip r:embed="rId2"/>
          <a:stretch>
            <a:fillRect/>
          </a:stretch>
        </p:blipFill>
        <p:spPr>
          <a:xfrm>
            <a:off x="1973981" y="0"/>
            <a:ext cx="8244038" cy="6858000"/>
          </a:xfrm>
          <a:prstGeom prst="rect">
            <a:avLst/>
          </a:prstGeom>
        </p:spPr>
      </p:pic>
    </p:spTree>
    <p:extLst>
      <p:ext uri="{BB962C8B-B14F-4D97-AF65-F5344CB8AC3E}">
        <p14:creationId xmlns:p14="http://schemas.microsoft.com/office/powerpoint/2010/main" val="2811601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A8FDC-DAF9-A547-EB2B-DF347820C09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01D6758-BA46-742D-7D37-630C14527F38}"/>
              </a:ext>
            </a:extLst>
          </p:cNvPr>
          <p:cNvPicPr>
            <a:picLocks noChangeAspect="1"/>
          </p:cNvPicPr>
          <p:nvPr/>
        </p:nvPicPr>
        <p:blipFill>
          <a:blip r:embed="rId2"/>
          <a:stretch>
            <a:fillRect/>
          </a:stretch>
        </p:blipFill>
        <p:spPr>
          <a:xfrm>
            <a:off x="1973981" y="0"/>
            <a:ext cx="8244038" cy="6858000"/>
          </a:xfrm>
          <a:prstGeom prst="rect">
            <a:avLst/>
          </a:prstGeom>
        </p:spPr>
      </p:pic>
    </p:spTree>
    <p:extLst>
      <p:ext uri="{BB962C8B-B14F-4D97-AF65-F5344CB8AC3E}">
        <p14:creationId xmlns:p14="http://schemas.microsoft.com/office/powerpoint/2010/main" val="13320640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3C105-A9A7-8415-C4B6-612A79A3853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D059C58-F319-B93A-B58E-66D15A2DD52D}"/>
              </a:ext>
            </a:extLst>
          </p:cNvPr>
          <p:cNvPicPr>
            <a:picLocks noChangeAspect="1"/>
          </p:cNvPicPr>
          <p:nvPr/>
        </p:nvPicPr>
        <p:blipFill>
          <a:blip r:embed="rId2"/>
          <a:stretch>
            <a:fillRect/>
          </a:stretch>
        </p:blipFill>
        <p:spPr>
          <a:xfrm>
            <a:off x="1973981" y="0"/>
            <a:ext cx="8244038" cy="6858000"/>
          </a:xfrm>
          <a:prstGeom prst="rect">
            <a:avLst/>
          </a:prstGeom>
        </p:spPr>
      </p:pic>
      <p:pic>
        <p:nvPicPr>
          <p:cNvPr id="6" name="Picture 5">
            <a:extLst>
              <a:ext uri="{FF2B5EF4-FFF2-40B4-BE49-F238E27FC236}">
                <a16:creationId xmlns:a16="http://schemas.microsoft.com/office/drawing/2014/main" id="{6A5BCF86-7E78-15BB-8759-DC983D763734}"/>
              </a:ext>
            </a:extLst>
          </p:cNvPr>
          <p:cNvPicPr>
            <a:picLocks noChangeAspect="1"/>
          </p:cNvPicPr>
          <p:nvPr/>
        </p:nvPicPr>
        <p:blipFill>
          <a:blip r:embed="rId3"/>
          <a:stretch>
            <a:fillRect/>
          </a:stretch>
        </p:blipFill>
        <p:spPr>
          <a:xfrm>
            <a:off x="2941320" y="3963834"/>
            <a:ext cx="6309360" cy="943403"/>
          </a:xfrm>
          <a:prstGeom prst="rect">
            <a:avLst/>
          </a:prstGeom>
        </p:spPr>
      </p:pic>
    </p:spTree>
    <p:extLst>
      <p:ext uri="{BB962C8B-B14F-4D97-AF65-F5344CB8AC3E}">
        <p14:creationId xmlns:p14="http://schemas.microsoft.com/office/powerpoint/2010/main" val="13786816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3BA65-0246-62FE-A69C-F7DA4043CBF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61879BD-DED9-B4F0-58CB-00244EB33555}"/>
              </a:ext>
            </a:extLst>
          </p:cNvPr>
          <p:cNvPicPr>
            <a:picLocks noChangeAspect="1"/>
          </p:cNvPicPr>
          <p:nvPr/>
        </p:nvPicPr>
        <p:blipFill>
          <a:blip r:embed="rId2"/>
          <a:stretch>
            <a:fillRect/>
          </a:stretch>
        </p:blipFill>
        <p:spPr>
          <a:xfrm>
            <a:off x="1973981" y="0"/>
            <a:ext cx="8244038" cy="6858000"/>
          </a:xfrm>
          <a:prstGeom prst="rect">
            <a:avLst/>
          </a:prstGeom>
        </p:spPr>
      </p:pic>
      <p:pic>
        <p:nvPicPr>
          <p:cNvPr id="7" name="Picture 6">
            <a:extLst>
              <a:ext uri="{FF2B5EF4-FFF2-40B4-BE49-F238E27FC236}">
                <a16:creationId xmlns:a16="http://schemas.microsoft.com/office/drawing/2014/main" id="{C2912B88-77F3-D10C-7A69-3B83FB955878}"/>
              </a:ext>
            </a:extLst>
          </p:cNvPr>
          <p:cNvPicPr>
            <a:picLocks noChangeAspect="1"/>
          </p:cNvPicPr>
          <p:nvPr/>
        </p:nvPicPr>
        <p:blipFill>
          <a:blip r:embed="rId3"/>
          <a:stretch>
            <a:fillRect/>
          </a:stretch>
        </p:blipFill>
        <p:spPr>
          <a:xfrm>
            <a:off x="409183" y="4329113"/>
            <a:ext cx="11373633" cy="731520"/>
          </a:xfrm>
          <a:prstGeom prst="rect">
            <a:avLst/>
          </a:prstGeom>
        </p:spPr>
      </p:pic>
    </p:spTree>
    <p:extLst>
      <p:ext uri="{BB962C8B-B14F-4D97-AF65-F5344CB8AC3E}">
        <p14:creationId xmlns:p14="http://schemas.microsoft.com/office/powerpoint/2010/main" val="37476165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4FECB-A4BA-36E3-CFA5-09C8755E5FA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2944FAD-7372-B8D9-6F99-A2AF13BF27E5}"/>
              </a:ext>
            </a:extLst>
          </p:cNvPr>
          <p:cNvPicPr>
            <a:picLocks noChangeAspect="1"/>
          </p:cNvPicPr>
          <p:nvPr/>
        </p:nvPicPr>
        <p:blipFill>
          <a:blip r:embed="rId2"/>
          <a:stretch>
            <a:fillRect/>
          </a:stretch>
        </p:blipFill>
        <p:spPr>
          <a:xfrm>
            <a:off x="1973981" y="0"/>
            <a:ext cx="8244038" cy="6858000"/>
          </a:xfrm>
          <a:prstGeom prst="rect">
            <a:avLst/>
          </a:prstGeom>
        </p:spPr>
      </p:pic>
      <p:pic>
        <p:nvPicPr>
          <p:cNvPr id="8" name="Picture 7">
            <a:extLst>
              <a:ext uri="{FF2B5EF4-FFF2-40B4-BE49-F238E27FC236}">
                <a16:creationId xmlns:a16="http://schemas.microsoft.com/office/drawing/2014/main" id="{EC05A29F-3A86-F2C2-1675-85529E8184AC}"/>
              </a:ext>
            </a:extLst>
          </p:cNvPr>
          <p:cNvPicPr>
            <a:picLocks noChangeAspect="1"/>
          </p:cNvPicPr>
          <p:nvPr/>
        </p:nvPicPr>
        <p:blipFill>
          <a:blip r:embed="rId3"/>
          <a:stretch>
            <a:fillRect/>
          </a:stretch>
        </p:blipFill>
        <p:spPr>
          <a:xfrm>
            <a:off x="2692901" y="2535237"/>
            <a:ext cx="3162300" cy="1028700"/>
          </a:xfrm>
          <a:prstGeom prst="rect">
            <a:avLst/>
          </a:prstGeom>
        </p:spPr>
      </p:pic>
    </p:spTree>
    <p:extLst>
      <p:ext uri="{BB962C8B-B14F-4D97-AF65-F5344CB8AC3E}">
        <p14:creationId xmlns:p14="http://schemas.microsoft.com/office/powerpoint/2010/main" val="41120538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DD51D-60CE-7422-AEE9-BD6602F1026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D965827-1FF0-D6BE-D3B8-DF86CF70CB6E}"/>
              </a:ext>
            </a:extLst>
          </p:cNvPr>
          <p:cNvPicPr>
            <a:picLocks noChangeAspect="1"/>
          </p:cNvPicPr>
          <p:nvPr/>
        </p:nvPicPr>
        <p:blipFill>
          <a:blip r:embed="rId2"/>
          <a:stretch>
            <a:fillRect/>
          </a:stretch>
        </p:blipFill>
        <p:spPr>
          <a:xfrm>
            <a:off x="2196899" y="936497"/>
            <a:ext cx="7798201" cy="4985006"/>
          </a:xfrm>
          <a:prstGeom prst="rect">
            <a:avLst/>
          </a:prstGeom>
        </p:spPr>
      </p:pic>
    </p:spTree>
    <p:extLst>
      <p:ext uri="{BB962C8B-B14F-4D97-AF65-F5344CB8AC3E}">
        <p14:creationId xmlns:p14="http://schemas.microsoft.com/office/powerpoint/2010/main" val="32320987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124D0-8A23-1434-1CA8-DEC3D148447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22C8D69-BAC0-5647-8075-9137A1341907}"/>
              </a:ext>
            </a:extLst>
          </p:cNvPr>
          <p:cNvPicPr>
            <a:picLocks noChangeAspect="1"/>
          </p:cNvPicPr>
          <p:nvPr/>
        </p:nvPicPr>
        <p:blipFill>
          <a:blip r:embed="rId2"/>
          <a:stretch>
            <a:fillRect/>
          </a:stretch>
        </p:blipFill>
        <p:spPr>
          <a:xfrm>
            <a:off x="929881" y="0"/>
            <a:ext cx="10332238" cy="6858000"/>
          </a:xfrm>
          <a:prstGeom prst="rect">
            <a:avLst/>
          </a:prstGeom>
        </p:spPr>
      </p:pic>
    </p:spTree>
    <p:extLst>
      <p:ext uri="{BB962C8B-B14F-4D97-AF65-F5344CB8AC3E}">
        <p14:creationId xmlns:p14="http://schemas.microsoft.com/office/powerpoint/2010/main" val="29273069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D819A-1928-18D7-41BB-26159F85830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9329958-BA9E-AC68-C08E-AFAF8177208F}"/>
              </a:ext>
            </a:extLst>
          </p:cNvPr>
          <p:cNvPicPr>
            <a:picLocks noChangeAspect="1"/>
          </p:cNvPicPr>
          <p:nvPr/>
        </p:nvPicPr>
        <p:blipFill>
          <a:blip r:embed="rId2"/>
          <a:stretch>
            <a:fillRect/>
          </a:stretch>
        </p:blipFill>
        <p:spPr>
          <a:xfrm>
            <a:off x="929881" y="0"/>
            <a:ext cx="10332238" cy="6858000"/>
          </a:xfrm>
          <a:prstGeom prst="rect">
            <a:avLst/>
          </a:prstGeom>
        </p:spPr>
      </p:pic>
      <p:pic>
        <p:nvPicPr>
          <p:cNvPr id="6" name="Picture 5">
            <a:extLst>
              <a:ext uri="{FF2B5EF4-FFF2-40B4-BE49-F238E27FC236}">
                <a16:creationId xmlns:a16="http://schemas.microsoft.com/office/drawing/2014/main" id="{76715A27-B15A-DB60-C7AF-3144D60F2ADC}"/>
              </a:ext>
            </a:extLst>
          </p:cNvPr>
          <p:cNvPicPr>
            <a:picLocks noChangeAspect="1"/>
          </p:cNvPicPr>
          <p:nvPr/>
        </p:nvPicPr>
        <p:blipFill>
          <a:blip r:embed="rId3"/>
          <a:stretch>
            <a:fillRect/>
          </a:stretch>
        </p:blipFill>
        <p:spPr>
          <a:xfrm>
            <a:off x="3557099" y="1843795"/>
            <a:ext cx="6309360" cy="943403"/>
          </a:xfrm>
          <a:prstGeom prst="rect">
            <a:avLst/>
          </a:prstGeom>
        </p:spPr>
      </p:pic>
    </p:spTree>
    <p:extLst>
      <p:ext uri="{BB962C8B-B14F-4D97-AF65-F5344CB8AC3E}">
        <p14:creationId xmlns:p14="http://schemas.microsoft.com/office/powerpoint/2010/main" val="14390567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52FA3-C5C9-7EEC-59E4-E37C81ED551C}"/>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1EC129C6-A95E-7E06-3988-A281FF2A0DFC}"/>
              </a:ext>
            </a:extLst>
          </p:cNvPr>
          <p:cNvPicPr>
            <a:picLocks noChangeAspect="1"/>
          </p:cNvPicPr>
          <p:nvPr/>
        </p:nvPicPr>
        <p:blipFill>
          <a:blip r:embed="rId2"/>
          <a:stretch>
            <a:fillRect/>
          </a:stretch>
        </p:blipFill>
        <p:spPr>
          <a:xfrm>
            <a:off x="929881" y="0"/>
            <a:ext cx="10332238" cy="6858000"/>
          </a:xfrm>
          <a:prstGeom prst="rect">
            <a:avLst/>
          </a:prstGeom>
        </p:spPr>
      </p:pic>
      <p:pic>
        <p:nvPicPr>
          <p:cNvPr id="11" name="Picture 10">
            <a:extLst>
              <a:ext uri="{FF2B5EF4-FFF2-40B4-BE49-F238E27FC236}">
                <a16:creationId xmlns:a16="http://schemas.microsoft.com/office/drawing/2014/main" id="{9901FD15-A922-126E-58D8-FDAC50E3A9F7}"/>
              </a:ext>
            </a:extLst>
          </p:cNvPr>
          <p:cNvPicPr>
            <a:picLocks noChangeAspect="1"/>
          </p:cNvPicPr>
          <p:nvPr/>
        </p:nvPicPr>
        <p:blipFill>
          <a:blip r:embed="rId3"/>
          <a:stretch>
            <a:fillRect/>
          </a:stretch>
        </p:blipFill>
        <p:spPr>
          <a:xfrm>
            <a:off x="613356" y="4275558"/>
            <a:ext cx="11373633" cy="731520"/>
          </a:xfrm>
          <a:prstGeom prst="rect">
            <a:avLst/>
          </a:prstGeom>
        </p:spPr>
      </p:pic>
    </p:spTree>
    <p:extLst>
      <p:ext uri="{BB962C8B-B14F-4D97-AF65-F5344CB8AC3E}">
        <p14:creationId xmlns:p14="http://schemas.microsoft.com/office/powerpoint/2010/main" val="41706929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BC678-C004-44B8-4B1E-DA38E6699A8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14306D3-CC45-5E7F-60CD-C8790E97C2CA}"/>
              </a:ext>
            </a:extLst>
          </p:cNvPr>
          <p:cNvPicPr>
            <a:picLocks noChangeAspect="1"/>
          </p:cNvPicPr>
          <p:nvPr/>
        </p:nvPicPr>
        <p:blipFill>
          <a:blip r:embed="rId2"/>
          <a:stretch>
            <a:fillRect/>
          </a:stretch>
        </p:blipFill>
        <p:spPr>
          <a:xfrm>
            <a:off x="929881" y="0"/>
            <a:ext cx="10332238" cy="6858000"/>
          </a:xfrm>
          <a:prstGeom prst="rect">
            <a:avLst/>
          </a:prstGeom>
        </p:spPr>
      </p:pic>
      <p:pic>
        <p:nvPicPr>
          <p:cNvPr id="7" name="Picture 6">
            <a:extLst>
              <a:ext uri="{FF2B5EF4-FFF2-40B4-BE49-F238E27FC236}">
                <a16:creationId xmlns:a16="http://schemas.microsoft.com/office/drawing/2014/main" id="{80D993B8-9995-16E0-0410-0E687D4F0593}"/>
              </a:ext>
            </a:extLst>
          </p:cNvPr>
          <p:cNvPicPr>
            <a:picLocks noChangeAspect="1"/>
          </p:cNvPicPr>
          <p:nvPr/>
        </p:nvPicPr>
        <p:blipFill>
          <a:blip r:embed="rId3"/>
          <a:stretch>
            <a:fillRect/>
          </a:stretch>
        </p:blipFill>
        <p:spPr>
          <a:xfrm>
            <a:off x="4313154" y="1299996"/>
            <a:ext cx="3162300" cy="1028700"/>
          </a:xfrm>
          <a:prstGeom prst="rect">
            <a:avLst/>
          </a:prstGeom>
        </p:spPr>
      </p:pic>
    </p:spTree>
    <p:extLst>
      <p:ext uri="{BB962C8B-B14F-4D97-AF65-F5344CB8AC3E}">
        <p14:creationId xmlns:p14="http://schemas.microsoft.com/office/powerpoint/2010/main" val="19276574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05C90-67EB-63BD-EECA-89A2A5C4901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6F83896-B42E-7FBE-096F-478A625345E9}"/>
              </a:ext>
            </a:extLst>
          </p:cNvPr>
          <p:cNvPicPr>
            <a:picLocks noChangeAspect="1"/>
          </p:cNvPicPr>
          <p:nvPr/>
        </p:nvPicPr>
        <p:blipFill>
          <a:blip r:embed="rId2"/>
          <a:stretch>
            <a:fillRect/>
          </a:stretch>
        </p:blipFill>
        <p:spPr>
          <a:xfrm>
            <a:off x="929881" y="0"/>
            <a:ext cx="10332238" cy="6858000"/>
          </a:xfrm>
          <a:prstGeom prst="rect">
            <a:avLst/>
          </a:prstGeom>
        </p:spPr>
      </p:pic>
    </p:spTree>
    <p:extLst>
      <p:ext uri="{BB962C8B-B14F-4D97-AF65-F5344CB8AC3E}">
        <p14:creationId xmlns:p14="http://schemas.microsoft.com/office/powerpoint/2010/main" val="18987428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AC39B-BF89-6D71-4D0A-02B017BA2E8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0048470-2A41-E3F3-0034-0BF8D26CDBA8}"/>
              </a:ext>
            </a:extLst>
          </p:cNvPr>
          <p:cNvPicPr>
            <a:picLocks noChangeAspect="1"/>
          </p:cNvPicPr>
          <p:nvPr/>
        </p:nvPicPr>
        <p:blipFill>
          <a:blip r:embed="rId2"/>
          <a:stretch>
            <a:fillRect/>
          </a:stretch>
        </p:blipFill>
        <p:spPr>
          <a:xfrm>
            <a:off x="2847808" y="936497"/>
            <a:ext cx="6496384" cy="4985006"/>
          </a:xfrm>
          <a:prstGeom prst="rect">
            <a:avLst/>
          </a:prstGeom>
        </p:spPr>
      </p:pic>
    </p:spTree>
    <p:extLst>
      <p:ext uri="{BB962C8B-B14F-4D97-AF65-F5344CB8AC3E}">
        <p14:creationId xmlns:p14="http://schemas.microsoft.com/office/powerpoint/2010/main" val="21198391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0CE58-7650-48F4-683C-8146BF0B2FE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D3A33E8-18EB-7AB7-6D24-3CA38810720C}"/>
              </a:ext>
            </a:extLst>
          </p:cNvPr>
          <p:cNvPicPr>
            <a:picLocks noChangeAspect="1"/>
          </p:cNvPicPr>
          <p:nvPr/>
        </p:nvPicPr>
        <p:blipFill>
          <a:blip r:embed="rId2"/>
          <a:stretch>
            <a:fillRect/>
          </a:stretch>
        </p:blipFill>
        <p:spPr>
          <a:xfrm>
            <a:off x="2885910" y="936497"/>
            <a:ext cx="6420180" cy="4985006"/>
          </a:xfrm>
          <a:prstGeom prst="rect">
            <a:avLst/>
          </a:prstGeom>
        </p:spPr>
      </p:pic>
    </p:spTree>
    <p:extLst>
      <p:ext uri="{BB962C8B-B14F-4D97-AF65-F5344CB8AC3E}">
        <p14:creationId xmlns:p14="http://schemas.microsoft.com/office/powerpoint/2010/main" val="36639508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EB524-8DFD-020E-3C93-B3300033210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0953FDA-BC08-A9A7-F76B-F863EC793BD8}"/>
              </a:ext>
            </a:extLst>
          </p:cNvPr>
          <p:cNvPicPr>
            <a:picLocks noChangeAspect="1"/>
          </p:cNvPicPr>
          <p:nvPr/>
        </p:nvPicPr>
        <p:blipFill>
          <a:blip r:embed="rId2"/>
          <a:stretch>
            <a:fillRect/>
          </a:stretch>
        </p:blipFill>
        <p:spPr>
          <a:xfrm>
            <a:off x="2908136" y="936497"/>
            <a:ext cx="6375728" cy="4985006"/>
          </a:xfrm>
          <a:prstGeom prst="rect">
            <a:avLst/>
          </a:prstGeom>
        </p:spPr>
      </p:pic>
    </p:spTree>
    <p:extLst>
      <p:ext uri="{BB962C8B-B14F-4D97-AF65-F5344CB8AC3E}">
        <p14:creationId xmlns:p14="http://schemas.microsoft.com/office/powerpoint/2010/main" val="27721068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D7E6E-BFA1-3ACA-84FA-401F33DA81B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330D19A-EEA8-E317-9DA6-1AB9C67A675D}"/>
              </a:ext>
            </a:extLst>
          </p:cNvPr>
          <p:cNvPicPr>
            <a:picLocks noChangeAspect="1"/>
          </p:cNvPicPr>
          <p:nvPr/>
        </p:nvPicPr>
        <p:blipFill>
          <a:blip r:embed="rId2"/>
          <a:stretch>
            <a:fillRect/>
          </a:stretch>
        </p:blipFill>
        <p:spPr>
          <a:xfrm>
            <a:off x="2885910" y="936497"/>
            <a:ext cx="6420180" cy="4985006"/>
          </a:xfrm>
          <a:prstGeom prst="rect">
            <a:avLst/>
          </a:prstGeom>
        </p:spPr>
      </p:pic>
    </p:spTree>
    <p:extLst>
      <p:ext uri="{BB962C8B-B14F-4D97-AF65-F5344CB8AC3E}">
        <p14:creationId xmlns:p14="http://schemas.microsoft.com/office/powerpoint/2010/main" val="38333364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EE24F-580F-7007-8CF3-25878C39BCC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659D9C8-9D16-16FF-7311-179CD437552D}"/>
              </a:ext>
            </a:extLst>
          </p:cNvPr>
          <p:cNvPicPr>
            <a:picLocks noChangeAspect="1"/>
          </p:cNvPicPr>
          <p:nvPr/>
        </p:nvPicPr>
        <p:blipFill>
          <a:blip r:embed="rId2"/>
          <a:stretch>
            <a:fillRect/>
          </a:stretch>
        </p:blipFill>
        <p:spPr>
          <a:xfrm>
            <a:off x="2209600" y="936497"/>
            <a:ext cx="7772799" cy="4985006"/>
          </a:xfrm>
          <a:prstGeom prst="rect">
            <a:avLst/>
          </a:prstGeom>
        </p:spPr>
      </p:pic>
    </p:spTree>
    <p:extLst>
      <p:ext uri="{BB962C8B-B14F-4D97-AF65-F5344CB8AC3E}">
        <p14:creationId xmlns:p14="http://schemas.microsoft.com/office/powerpoint/2010/main" val="27135135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7ED73-0728-CAA7-21A0-8510C127F88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DB2717C-61BB-8124-8784-9EBE69B8F36F}"/>
              </a:ext>
            </a:extLst>
          </p:cNvPr>
          <p:cNvPicPr>
            <a:picLocks noChangeAspect="1"/>
          </p:cNvPicPr>
          <p:nvPr/>
        </p:nvPicPr>
        <p:blipFill>
          <a:blip r:embed="rId2"/>
          <a:stretch>
            <a:fillRect/>
          </a:stretch>
        </p:blipFill>
        <p:spPr>
          <a:xfrm>
            <a:off x="2212775" y="936497"/>
            <a:ext cx="7766449" cy="4985006"/>
          </a:xfrm>
          <a:prstGeom prst="rect">
            <a:avLst/>
          </a:prstGeom>
        </p:spPr>
      </p:pic>
    </p:spTree>
    <p:extLst>
      <p:ext uri="{BB962C8B-B14F-4D97-AF65-F5344CB8AC3E}">
        <p14:creationId xmlns:p14="http://schemas.microsoft.com/office/powerpoint/2010/main" val="17786674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0CD49-6CB3-DF0F-ECA4-2ADB41D1E8D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9B62773-5895-B4A1-E30B-A43E6D99F793}"/>
              </a:ext>
            </a:extLst>
          </p:cNvPr>
          <p:cNvPicPr>
            <a:picLocks noChangeAspect="1"/>
          </p:cNvPicPr>
          <p:nvPr/>
        </p:nvPicPr>
        <p:blipFill>
          <a:blip r:embed="rId2"/>
          <a:stretch>
            <a:fillRect/>
          </a:stretch>
        </p:blipFill>
        <p:spPr>
          <a:xfrm>
            <a:off x="2231826" y="936497"/>
            <a:ext cx="7728347" cy="4985006"/>
          </a:xfrm>
          <a:prstGeom prst="rect">
            <a:avLst/>
          </a:prstGeom>
        </p:spPr>
      </p:pic>
    </p:spTree>
    <p:extLst>
      <p:ext uri="{BB962C8B-B14F-4D97-AF65-F5344CB8AC3E}">
        <p14:creationId xmlns:p14="http://schemas.microsoft.com/office/powerpoint/2010/main" val="14600693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4930C-C097-B051-3E36-3F45035193A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C799300-4DC6-08AC-2888-42418324FBC6}"/>
              </a:ext>
            </a:extLst>
          </p:cNvPr>
          <p:cNvPicPr>
            <a:picLocks noChangeAspect="1"/>
          </p:cNvPicPr>
          <p:nvPr/>
        </p:nvPicPr>
        <p:blipFill>
          <a:blip r:embed="rId2"/>
          <a:stretch>
            <a:fillRect/>
          </a:stretch>
        </p:blipFill>
        <p:spPr>
          <a:xfrm>
            <a:off x="2231826" y="936497"/>
            <a:ext cx="7728347" cy="4985006"/>
          </a:xfrm>
          <a:prstGeom prst="rect">
            <a:avLst/>
          </a:prstGeom>
        </p:spPr>
      </p:pic>
    </p:spTree>
    <p:extLst>
      <p:ext uri="{BB962C8B-B14F-4D97-AF65-F5344CB8AC3E}">
        <p14:creationId xmlns:p14="http://schemas.microsoft.com/office/powerpoint/2010/main" val="16192368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EB8F9-0A2D-8C8B-F7AD-963530EA218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6515885-E2B9-B434-AF61-23FBAA7C45EF}"/>
              </a:ext>
            </a:extLst>
          </p:cNvPr>
          <p:cNvPicPr>
            <a:picLocks noChangeAspect="1"/>
          </p:cNvPicPr>
          <p:nvPr/>
        </p:nvPicPr>
        <p:blipFill>
          <a:blip r:embed="rId2"/>
          <a:stretch>
            <a:fillRect/>
          </a:stretch>
        </p:blipFill>
        <p:spPr>
          <a:xfrm>
            <a:off x="3011695" y="0"/>
            <a:ext cx="6168609" cy="6858000"/>
          </a:xfrm>
          <a:prstGeom prst="rect">
            <a:avLst/>
          </a:prstGeom>
        </p:spPr>
      </p:pic>
    </p:spTree>
    <p:extLst>
      <p:ext uri="{BB962C8B-B14F-4D97-AF65-F5344CB8AC3E}">
        <p14:creationId xmlns:p14="http://schemas.microsoft.com/office/powerpoint/2010/main" val="38559524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BBED7-54D5-9738-797E-4CCF7DD1A97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79502A3-F174-A1DA-E798-D87FF02F966B}"/>
              </a:ext>
            </a:extLst>
          </p:cNvPr>
          <p:cNvPicPr>
            <a:picLocks noChangeAspect="1"/>
          </p:cNvPicPr>
          <p:nvPr/>
        </p:nvPicPr>
        <p:blipFill>
          <a:blip r:embed="rId2"/>
          <a:stretch>
            <a:fillRect/>
          </a:stretch>
        </p:blipFill>
        <p:spPr>
          <a:xfrm>
            <a:off x="650284" y="765767"/>
            <a:ext cx="10891431" cy="5326466"/>
          </a:xfrm>
          <a:prstGeom prst="rect">
            <a:avLst/>
          </a:prstGeom>
        </p:spPr>
      </p:pic>
    </p:spTree>
    <p:extLst>
      <p:ext uri="{BB962C8B-B14F-4D97-AF65-F5344CB8AC3E}">
        <p14:creationId xmlns:p14="http://schemas.microsoft.com/office/powerpoint/2010/main" val="15281750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53C17-FC95-D67C-0EC1-10A9F17A269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3B304EF-110E-C265-E5DE-4222E264619F}"/>
              </a:ext>
            </a:extLst>
          </p:cNvPr>
          <p:cNvPicPr>
            <a:picLocks noChangeAspect="1"/>
          </p:cNvPicPr>
          <p:nvPr/>
        </p:nvPicPr>
        <p:blipFill>
          <a:blip r:embed="rId2"/>
          <a:stretch>
            <a:fillRect/>
          </a:stretch>
        </p:blipFill>
        <p:spPr>
          <a:xfrm>
            <a:off x="2669059" y="0"/>
            <a:ext cx="6853881" cy="6858000"/>
          </a:xfrm>
          <a:prstGeom prst="rect">
            <a:avLst/>
          </a:prstGeom>
        </p:spPr>
      </p:pic>
    </p:spTree>
    <p:extLst>
      <p:ext uri="{BB962C8B-B14F-4D97-AF65-F5344CB8AC3E}">
        <p14:creationId xmlns:p14="http://schemas.microsoft.com/office/powerpoint/2010/main" val="23654727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607</TotalTime>
  <Words>245</Words>
  <Application>Microsoft Office PowerPoint</Application>
  <PresentationFormat>Widescreen</PresentationFormat>
  <Paragraphs>7</Paragraphs>
  <Slides>32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salar dq</dc:creator>
  <cp:lastModifiedBy>salar dq</cp:lastModifiedBy>
  <cp:revision>88</cp:revision>
  <cp:lastPrinted>2026-10-16T12:28:41Z</cp:lastPrinted>
  <dcterms:created xsi:type="dcterms:W3CDTF">2025-07-19T22:10:00Z</dcterms:created>
  <dcterms:modified xsi:type="dcterms:W3CDTF">2026-10-16T12:29:04Z</dcterms:modified>
</cp:coreProperties>
</file>