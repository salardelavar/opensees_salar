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322" r:id="rId3"/>
    <p:sldId id="365" r:id="rId4"/>
    <p:sldId id="258" r:id="rId5"/>
    <p:sldId id="363" r:id="rId6"/>
    <p:sldId id="362" r:id="rId7"/>
    <p:sldId id="364" r:id="rId8"/>
    <p:sldId id="361" r:id="rId9"/>
    <p:sldId id="35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2" autoAdjust="0"/>
    <p:restoredTop sz="94660"/>
  </p:normalViewPr>
  <p:slideViewPr>
    <p:cSldViewPr snapToGrid="0">
      <p:cViewPr varScale="1">
        <p:scale>
          <a:sx n="67" d="100"/>
          <a:sy n="67" d="100"/>
        </p:scale>
        <p:origin x="93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0D3D86-B63C-4649-8515-424EFCE093DB}" type="datetimeFigureOut">
              <a:rPr lang="en-US" smtClean="0"/>
              <a:t>7/30/2026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78EF04-901A-4DE5-9B97-7BF071263762}" type="slidenum">
              <a:rPr lang="en-US" smtClean="0"/>
              <a:t>‹#›</a:t>
            </a:fld>
            <a:endParaRPr lang="en-US"/>
          </a:p>
        </p:txBody>
      </p:sp>
    </p:spTree>
    <p:extLst>
      <p:ext uri="{BB962C8B-B14F-4D97-AF65-F5344CB8AC3E}">
        <p14:creationId xmlns:p14="http://schemas.microsoft.com/office/powerpoint/2010/main" val="2450928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06F19-96B3-4F13-35FC-4C10EA15B5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354475-7BA8-25EF-1CFC-6CD765732E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33133B1-CFEB-D001-3747-C35328F2668F}"/>
              </a:ext>
            </a:extLst>
          </p:cNvPr>
          <p:cNvSpPr>
            <a:spLocks noGrp="1"/>
          </p:cNvSpPr>
          <p:nvPr>
            <p:ph type="dt" sz="half" idx="10"/>
          </p:nvPr>
        </p:nvSpPr>
        <p:spPr/>
        <p:txBody>
          <a:bodyPr/>
          <a:lstStyle/>
          <a:p>
            <a:fld id="{5F38DA24-7C00-4CB3-BA06-557152E755C0}" type="datetimeFigureOut">
              <a:rPr lang="en-US" smtClean="0"/>
              <a:t>7/30/2026</a:t>
            </a:fld>
            <a:endParaRPr lang="en-US"/>
          </a:p>
        </p:txBody>
      </p:sp>
      <p:sp>
        <p:nvSpPr>
          <p:cNvPr id="5" name="Footer Placeholder 4">
            <a:extLst>
              <a:ext uri="{FF2B5EF4-FFF2-40B4-BE49-F238E27FC236}">
                <a16:creationId xmlns:a16="http://schemas.microsoft.com/office/drawing/2014/main" id="{CA0554BF-FEFC-F4F4-7D7B-7920E7FFF9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3AD913-BD93-93CE-A775-2003F45ED5EF}"/>
              </a:ext>
            </a:extLst>
          </p:cNvPr>
          <p:cNvSpPr>
            <a:spLocks noGrp="1"/>
          </p:cNvSpPr>
          <p:nvPr>
            <p:ph type="sldNum" sz="quarter" idx="12"/>
          </p:nvPr>
        </p:nvSpPr>
        <p:spPr/>
        <p:txBody>
          <a:bodyPr/>
          <a:lstStyle/>
          <a:p>
            <a:fld id="{9681B2A8-BA6C-448F-B567-8D86E5189FB8}" type="slidenum">
              <a:rPr lang="en-US" smtClean="0"/>
              <a:t>‹#›</a:t>
            </a:fld>
            <a:endParaRPr lang="en-US"/>
          </a:p>
        </p:txBody>
      </p:sp>
    </p:spTree>
    <p:extLst>
      <p:ext uri="{BB962C8B-B14F-4D97-AF65-F5344CB8AC3E}">
        <p14:creationId xmlns:p14="http://schemas.microsoft.com/office/powerpoint/2010/main" val="3751377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8E314-D5C2-3D8B-66C5-8C04C8EEFF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EA1D6D-0944-FD5C-61EE-88C56D0CCC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2E38C9-F2E3-E438-888A-79911E678274}"/>
              </a:ext>
            </a:extLst>
          </p:cNvPr>
          <p:cNvSpPr>
            <a:spLocks noGrp="1"/>
          </p:cNvSpPr>
          <p:nvPr>
            <p:ph type="dt" sz="half" idx="10"/>
          </p:nvPr>
        </p:nvSpPr>
        <p:spPr/>
        <p:txBody>
          <a:bodyPr/>
          <a:lstStyle/>
          <a:p>
            <a:fld id="{5F38DA24-7C00-4CB3-BA06-557152E755C0}" type="datetimeFigureOut">
              <a:rPr lang="en-US" smtClean="0"/>
              <a:t>7/30/2026</a:t>
            </a:fld>
            <a:endParaRPr lang="en-US"/>
          </a:p>
        </p:txBody>
      </p:sp>
      <p:sp>
        <p:nvSpPr>
          <p:cNvPr id="5" name="Footer Placeholder 4">
            <a:extLst>
              <a:ext uri="{FF2B5EF4-FFF2-40B4-BE49-F238E27FC236}">
                <a16:creationId xmlns:a16="http://schemas.microsoft.com/office/drawing/2014/main" id="{F8FDD91B-B219-07DC-D0F4-997D63E8D9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5C8B21-6104-B689-B956-BFEBA0CBCA5D}"/>
              </a:ext>
            </a:extLst>
          </p:cNvPr>
          <p:cNvSpPr>
            <a:spLocks noGrp="1"/>
          </p:cNvSpPr>
          <p:nvPr>
            <p:ph type="sldNum" sz="quarter" idx="12"/>
          </p:nvPr>
        </p:nvSpPr>
        <p:spPr/>
        <p:txBody>
          <a:bodyPr/>
          <a:lstStyle/>
          <a:p>
            <a:fld id="{9681B2A8-BA6C-448F-B567-8D86E5189FB8}" type="slidenum">
              <a:rPr lang="en-US" smtClean="0"/>
              <a:t>‹#›</a:t>
            </a:fld>
            <a:endParaRPr lang="en-US"/>
          </a:p>
        </p:txBody>
      </p:sp>
    </p:spTree>
    <p:extLst>
      <p:ext uri="{BB962C8B-B14F-4D97-AF65-F5344CB8AC3E}">
        <p14:creationId xmlns:p14="http://schemas.microsoft.com/office/powerpoint/2010/main" val="4137448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BBEA3-A996-90BC-61CF-A9E8C70535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BDE84B-6C6E-0F03-B7CA-AE72514414A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A907A1-2B55-F570-8543-AF3F1A1871A1}"/>
              </a:ext>
            </a:extLst>
          </p:cNvPr>
          <p:cNvSpPr>
            <a:spLocks noGrp="1"/>
          </p:cNvSpPr>
          <p:nvPr>
            <p:ph type="dt" sz="half" idx="10"/>
          </p:nvPr>
        </p:nvSpPr>
        <p:spPr/>
        <p:txBody>
          <a:bodyPr/>
          <a:lstStyle/>
          <a:p>
            <a:fld id="{5F38DA24-7C00-4CB3-BA06-557152E755C0}" type="datetimeFigureOut">
              <a:rPr lang="en-US" smtClean="0"/>
              <a:t>7/30/2026</a:t>
            </a:fld>
            <a:endParaRPr lang="en-US"/>
          </a:p>
        </p:txBody>
      </p:sp>
      <p:sp>
        <p:nvSpPr>
          <p:cNvPr id="5" name="Footer Placeholder 4">
            <a:extLst>
              <a:ext uri="{FF2B5EF4-FFF2-40B4-BE49-F238E27FC236}">
                <a16:creationId xmlns:a16="http://schemas.microsoft.com/office/drawing/2014/main" id="{596EDF31-B49C-528A-C664-A496587652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BBE76D-A87B-DA18-8479-B8301D683D42}"/>
              </a:ext>
            </a:extLst>
          </p:cNvPr>
          <p:cNvSpPr>
            <a:spLocks noGrp="1"/>
          </p:cNvSpPr>
          <p:nvPr>
            <p:ph type="sldNum" sz="quarter" idx="12"/>
          </p:nvPr>
        </p:nvSpPr>
        <p:spPr/>
        <p:txBody>
          <a:bodyPr/>
          <a:lstStyle/>
          <a:p>
            <a:fld id="{9681B2A8-BA6C-448F-B567-8D86E5189FB8}" type="slidenum">
              <a:rPr lang="en-US" smtClean="0"/>
              <a:t>‹#›</a:t>
            </a:fld>
            <a:endParaRPr lang="en-US"/>
          </a:p>
        </p:txBody>
      </p:sp>
    </p:spTree>
    <p:extLst>
      <p:ext uri="{BB962C8B-B14F-4D97-AF65-F5344CB8AC3E}">
        <p14:creationId xmlns:p14="http://schemas.microsoft.com/office/powerpoint/2010/main" val="181122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A1208-B198-1F22-B7DA-898B85137E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B100EE-A9D5-8996-3B8D-D5C2FD4310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34A0BA-F482-8A2F-69DA-93924ACCFF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3E56A1-FDF7-04A0-ED99-D5834334B96D}"/>
              </a:ext>
            </a:extLst>
          </p:cNvPr>
          <p:cNvSpPr>
            <a:spLocks noGrp="1"/>
          </p:cNvSpPr>
          <p:nvPr>
            <p:ph type="dt" sz="half" idx="10"/>
          </p:nvPr>
        </p:nvSpPr>
        <p:spPr/>
        <p:txBody>
          <a:bodyPr/>
          <a:lstStyle/>
          <a:p>
            <a:fld id="{5F38DA24-7C00-4CB3-BA06-557152E755C0}" type="datetimeFigureOut">
              <a:rPr lang="en-US" smtClean="0"/>
              <a:t>7/30/2026</a:t>
            </a:fld>
            <a:endParaRPr lang="en-US"/>
          </a:p>
        </p:txBody>
      </p:sp>
      <p:sp>
        <p:nvSpPr>
          <p:cNvPr id="6" name="Footer Placeholder 5">
            <a:extLst>
              <a:ext uri="{FF2B5EF4-FFF2-40B4-BE49-F238E27FC236}">
                <a16:creationId xmlns:a16="http://schemas.microsoft.com/office/drawing/2014/main" id="{6135502C-B44E-3200-D036-AD1124B44D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E585DB-3C44-B39A-644C-3F6EAB789E6C}"/>
              </a:ext>
            </a:extLst>
          </p:cNvPr>
          <p:cNvSpPr>
            <a:spLocks noGrp="1"/>
          </p:cNvSpPr>
          <p:nvPr>
            <p:ph type="sldNum" sz="quarter" idx="12"/>
          </p:nvPr>
        </p:nvSpPr>
        <p:spPr/>
        <p:txBody>
          <a:bodyPr/>
          <a:lstStyle/>
          <a:p>
            <a:fld id="{9681B2A8-BA6C-448F-B567-8D86E5189FB8}" type="slidenum">
              <a:rPr lang="en-US" smtClean="0"/>
              <a:t>‹#›</a:t>
            </a:fld>
            <a:endParaRPr lang="en-US"/>
          </a:p>
        </p:txBody>
      </p:sp>
    </p:spTree>
    <p:extLst>
      <p:ext uri="{BB962C8B-B14F-4D97-AF65-F5344CB8AC3E}">
        <p14:creationId xmlns:p14="http://schemas.microsoft.com/office/powerpoint/2010/main" val="3498936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ECB78-B4D2-F23F-64BD-C802FC0BD1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F1A3BD-9AE3-6221-8F14-D02D3448B5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B2E2D9-E913-3697-2AE1-5DA127417D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5C9B34-F075-3C3C-A7E8-D635F590EB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2D6DC1-8965-9603-46B6-9AD98D0853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EFDEA5-35A1-A318-5266-2834BAF3504A}"/>
              </a:ext>
            </a:extLst>
          </p:cNvPr>
          <p:cNvSpPr>
            <a:spLocks noGrp="1"/>
          </p:cNvSpPr>
          <p:nvPr>
            <p:ph type="dt" sz="half" idx="10"/>
          </p:nvPr>
        </p:nvSpPr>
        <p:spPr/>
        <p:txBody>
          <a:bodyPr/>
          <a:lstStyle/>
          <a:p>
            <a:fld id="{5F38DA24-7C00-4CB3-BA06-557152E755C0}" type="datetimeFigureOut">
              <a:rPr lang="en-US" smtClean="0"/>
              <a:t>7/30/2026</a:t>
            </a:fld>
            <a:endParaRPr lang="en-US"/>
          </a:p>
        </p:txBody>
      </p:sp>
      <p:sp>
        <p:nvSpPr>
          <p:cNvPr id="8" name="Footer Placeholder 7">
            <a:extLst>
              <a:ext uri="{FF2B5EF4-FFF2-40B4-BE49-F238E27FC236}">
                <a16:creationId xmlns:a16="http://schemas.microsoft.com/office/drawing/2014/main" id="{F3EC9092-5D9A-9E11-005C-C6A1BE621C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3F392C-5BDE-B1D7-2EA9-B7A047553156}"/>
              </a:ext>
            </a:extLst>
          </p:cNvPr>
          <p:cNvSpPr>
            <a:spLocks noGrp="1"/>
          </p:cNvSpPr>
          <p:nvPr>
            <p:ph type="sldNum" sz="quarter" idx="12"/>
          </p:nvPr>
        </p:nvSpPr>
        <p:spPr/>
        <p:txBody>
          <a:bodyPr/>
          <a:lstStyle/>
          <a:p>
            <a:fld id="{9681B2A8-BA6C-448F-B567-8D86E5189FB8}" type="slidenum">
              <a:rPr lang="en-US" smtClean="0"/>
              <a:t>‹#›</a:t>
            </a:fld>
            <a:endParaRPr lang="en-US"/>
          </a:p>
        </p:txBody>
      </p:sp>
    </p:spTree>
    <p:extLst>
      <p:ext uri="{BB962C8B-B14F-4D97-AF65-F5344CB8AC3E}">
        <p14:creationId xmlns:p14="http://schemas.microsoft.com/office/powerpoint/2010/main" val="3594368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EF55C-4097-72FF-48B2-B56474D342D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BE83B87-B7B5-54F9-A06C-271130C3D8BC}"/>
              </a:ext>
            </a:extLst>
          </p:cNvPr>
          <p:cNvSpPr>
            <a:spLocks noGrp="1"/>
          </p:cNvSpPr>
          <p:nvPr>
            <p:ph type="dt" sz="half" idx="10"/>
          </p:nvPr>
        </p:nvSpPr>
        <p:spPr/>
        <p:txBody>
          <a:bodyPr/>
          <a:lstStyle/>
          <a:p>
            <a:fld id="{5F38DA24-7C00-4CB3-BA06-557152E755C0}" type="datetimeFigureOut">
              <a:rPr lang="en-US" smtClean="0"/>
              <a:t>7/30/2026</a:t>
            </a:fld>
            <a:endParaRPr lang="en-US"/>
          </a:p>
        </p:txBody>
      </p:sp>
      <p:sp>
        <p:nvSpPr>
          <p:cNvPr id="4" name="Footer Placeholder 3">
            <a:extLst>
              <a:ext uri="{FF2B5EF4-FFF2-40B4-BE49-F238E27FC236}">
                <a16:creationId xmlns:a16="http://schemas.microsoft.com/office/drawing/2014/main" id="{790681D4-63E7-2F19-7B22-EBFB4BC8C4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87F270-B9A2-DE4C-B46D-F62DCDA0A1DC}"/>
              </a:ext>
            </a:extLst>
          </p:cNvPr>
          <p:cNvSpPr>
            <a:spLocks noGrp="1"/>
          </p:cNvSpPr>
          <p:nvPr>
            <p:ph type="sldNum" sz="quarter" idx="12"/>
          </p:nvPr>
        </p:nvSpPr>
        <p:spPr/>
        <p:txBody>
          <a:bodyPr/>
          <a:lstStyle/>
          <a:p>
            <a:fld id="{9681B2A8-BA6C-448F-B567-8D86E5189FB8}" type="slidenum">
              <a:rPr lang="en-US" smtClean="0"/>
              <a:t>‹#›</a:t>
            </a:fld>
            <a:endParaRPr lang="en-US"/>
          </a:p>
        </p:txBody>
      </p:sp>
    </p:spTree>
    <p:extLst>
      <p:ext uri="{BB962C8B-B14F-4D97-AF65-F5344CB8AC3E}">
        <p14:creationId xmlns:p14="http://schemas.microsoft.com/office/powerpoint/2010/main" val="2187896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3D5D6D-2585-E7FC-FB39-DE3E61D7B5B0}"/>
              </a:ext>
            </a:extLst>
          </p:cNvPr>
          <p:cNvSpPr>
            <a:spLocks noGrp="1"/>
          </p:cNvSpPr>
          <p:nvPr>
            <p:ph type="dt" sz="half" idx="10"/>
          </p:nvPr>
        </p:nvSpPr>
        <p:spPr/>
        <p:txBody>
          <a:bodyPr/>
          <a:lstStyle/>
          <a:p>
            <a:fld id="{5F38DA24-7C00-4CB3-BA06-557152E755C0}" type="datetimeFigureOut">
              <a:rPr lang="en-US" smtClean="0"/>
              <a:t>7/30/2026</a:t>
            </a:fld>
            <a:endParaRPr lang="en-US"/>
          </a:p>
        </p:txBody>
      </p:sp>
      <p:sp>
        <p:nvSpPr>
          <p:cNvPr id="3" name="Footer Placeholder 2">
            <a:extLst>
              <a:ext uri="{FF2B5EF4-FFF2-40B4-BE49-F238E27FC236}">
                <a16:creationId xmlns:a16="http://schemas.microsoft.com/office/drawing/2014/main" id="{46BE21F8-D01F-C069-E9A3-8E305BA6383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7E1E19-44C5-A381-C1F6-8A7150F495A0}"/>
              </a:ext>
            </a:extLst>
          </p:cNvPr>
          <p:cNvSpPr>
            <a:spLocks noGrp="1"/>
          </p:cNvSpPr>
          <p:nvPr>
            <p:ph type="sldNum" sz="quarter" idx="12"/>
          </p:nvPr>
        </p:nvSpPr>
        <p:spPr/>
        <p:txBody>
          <a:bodyPr/>
          <a:lstStyle/>
          <a:p>
            <a:fld id="{9681B2A8-BA6C-448F-B567-8D86E5189FB8}" type="slidenum">
              <a:rPr lang="en-US" smtClean="0"/>
              <a:t>‹#›</a:t>
            </a:fld>
            <a:endParaRPr lang="en-US"/>
          </a:p>
        </p:txBody>
      </p:sp>
    </p:spTree>
    <p:extLst>
      <p:ext uri="{BB962C8B-B14F-4D97-AF65-F5344CB8AC3E}">
        <p14:creationId xmlns:p14="http://schemas.microsoft.com/office/powerpoint/2010/main" val="4267734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6C389-B78C-B2CD-2C77-60FB75B9D3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F8CDF69-B172-3093-9B71-21E9EF8170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63A7C3-F528-1D0F-A50E-EA44F42D92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F68BD8-8500-71ED-EA5A-CC6BE90C6857}"/>
              </a:ext>
            </a:extLst>
          </p:cNvPr>
          <p:cNvSpPr>
            <a:spLocks noGrp="1"/>
          </p:cNvSpPr>
          <p:nvPr>
            <p:ph type="dt" sz="half" idx="10"/>
          </p:nvPr>
        </p:nvSpPr>
        <p:spPr/>
        <p:txBody>
          <a:bodyPr/>
          <a:lstStyle/>
          <a:p>
            <a:fld id="{5F38DA24-7C00-4CB3-BA06-557152E755C0}" type="datetimeFigureOut">
              <a:rPr lang="en-US" smtClean="0"/>
              <a:t>7/30/2026</a:t>
            </a:fld>
            <a:endParaRPr lang="en-US"/>
          </a:p>
        </p:txBody>
      </p:sp>
      <p:sp>
        <p:nvSpPr>
          <p:cNvPr id="6" name="Footer Placeholder 5">
            <a:extLst>
              <a:ext uri="{FF2B5EF4-FFF2-40B4-BE49-F238E27FC236}">
                <a16:creationId xmlns:a16="http://schemas.microsoft.com/office/drawing/2014/main" id="{5CF146E5-BC7F-015F-BA30-09404FF7D8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F7EF81-5823-6FEC-027F-083784305A72}"/>
              </a:ext>
            </a:extLst>
          </p:cNvPr>
          <p:cNvSpPr>
            <a:spLocks noGrp="1"/>
          </p:cNvSpPr>
          <p:nvPr>
            <p:ph type="sldNum" sz="quarter" idx="12"/>
          </p:nvPr>
        </p:nvSpPr>
        <p:spPr/>
        <p:txBody>
          <a:bodyPr/>
          <a:lstStyle/>
          <a:p>
            <a:fld id="{9681B2A8-BA6C-448F-B567-8D86E5189FB8}" type="slidenum">
              <a:rPr lang="en-US" smtClean="0"/>
              <a:t>‹#›</a:t>
            </a:fld>
            <a:endParaRPr lang="en-US"/>
          </a:p>
        </p:txBody>
      </p:sp>
    </p:spTree>
    <p:extLst>
      <p:ext uri="{BB962C8B-B14F-4D97-AF65-F5344CB8AC3E}">
        <p14:creationId xmlns:p14="http://schemas.microsoft.com/office/powerpoint/2010/main" val="1389642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C2397-66BF-38D3-5200-5C11704078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9C5F01-F6D3-C44A-367D-63103EE249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D08A42-B9F7-32DA-F543-E07609EA2F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226F43-E67A-6BB5-E035-3630FA185F03}"/>
              </a:ext>
            </a:extLst>
          </p:cNvPr>
          <p:cNvSpPr>
            <a:spLocks noGrp="1"/>
          </p:cNvSpPr>
          <p:nvPr>
            <p:ph type="dt" sz="half" idx="10"/>
          </p:nvPr>
        </p:nvSpPr>
        <p:spPr/>
        <p:txBody>
          <a:bodyPr/>
          <a:lstStyle/>
          <a:p>
            <a:fld id="{5F38DA24-7C00-4CB3-BA06-557152E755C0}" type="datetimeFigureOut">
              <a:rPr lang="en-US" smtClean="0"/>
              <a:t>7/30/2026</a:t>
            </a:fld>
            <a:endParaRPr lang="en-US"/>
          </a:p>
        </p:txBody>
      </p:sp>
      <p:sp>
        <p:nvSpPr>
          <p:cNvPr id="6" name="Footer Placeholder 5">
            <a:extLst>
              <a:ext uri="{FF2B5EF4-FFF2-40B4-BE49-F238E27FC236}">
                <a16:creationId xmlns:a16="http://schemas.microsoft.com/office/drawing/2014/main" id="{A8C3D92E-BB12-D139-35FC-5C5AA677C6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03186E-8782-AB5D-90E2-4B86C7778B6B}"/>
              </a:ext>
            </a:extLst>
          </p:cNvPr>
          <p:cNvSpPr>
            <a:spLocks noGrp="1"/>
          </p:cNvSpPr>
          <p:nvPr>
            <p:ph type="sldNum" sz="quarter" idx="12"/>
          </p:nvPr>
        </p:nvSpPr>
        <p:spPr/>
        <p:txBody>
          <a:bodyPr/>
          <a:lstStyle/>
          <a:p>
            <a:fld id="{9681B2A8-BA6C-448F-B567-8D86E5189FB8}" type="slidenum">
              <a:rPr lang="en-US" smtClean="0"/>
              <a:t>‹#›</a:t>
            </a:fld>
            <a:endParaRPr lang="en-US"/>
          </a:p>
        </p:txBody>
      </p:sp>
    </p:spTree>
    <p:extLst>
      <p:ext uri="{BB962C8B-B14F-4D97-AF65-F5344CB8AC3E}">
        <p14:creationId xmlns:p14="http://schemas.microsoft.com/office/powerpoint/2010/main" val="2025342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DC78A-1446-3920-67C0-32803C7E77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950D9E-F838-CDDF-A73E-301B576CB9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3394C8-E136-DF00-DB32-89EDD460558B}"/>
              </a:ext>
            </a:extLst>
          </p:cNvPr>
          <p:cNvSpPr>
            <a:spLocks noGrp="1"/>
          </p:cNvSpPr>
          <p:nvPr>
            <p:ph type="dt" sz="half" idx="10"/>
          </p:nvPr>
        </p:nvSpPr>
        <p:spPr/>
        <p:txBody>
          <a:bodyPr/>
          <a:lstStyle/>
          <a:p>
            <a:fld id="{5F38DA24-7C00-4CB3-BA06-557152E755C0}" type="datetimeFigureOut">
              <a:rPr lang="en-US" smtClean="0"/>
              <a:t>7/30/2026</a:t>
            </a:fld>
            <a:endParaRPr lang="en-US"/>
          </a:p>
        </p:txBody>
      </p:sp>
      <p:sp>
        <p:nvSpPr>
          <p:cNvPr id="5" name="Footer Placeholder 4">
            <a:extLst>
              <a:ext uri="{FF2B5EF4-FFF2-40B4-BE49-F238E27FC236}">
                <a16:creationId xmlns:a16="http://schemas.microsoft.com/office/drawing/2014/main" id="{FD5BF00D-D0FC-834E-D935-77CA41FAF2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B8F43A-949B-DD39-6782-1C9DC5B7E6C5}"/>
              </a:ext>
            </a:extLst>
          </p:cNvPr>
          <p:cNvSpPr>
            <a:spLocks noGrp="1"/>
          </p:cNvSpPr>
          <p:nvPr>
            <p:ph type="sldNum" sz="quarter" idx="12"/>
          </p:nvPr>
        </p:nvSpPr>
        <p:spPr/>
        <p:txBody>
          <a:bodyPr/>
          <a:lstStyle/>
          <a:p>
            <a:fld id="{9681B2A8-BA6C-448F-B567-8D86E5189FB8}" type="slidenum">
              <a:rPr lang="en-US" smtClean="0"/>
              <a:t>‹#›</a:t>
            </a:fld>
            <a:endParaRPr lang="en-US"/>
          </a:p>
        </p:txBody>
      </p:sp>
    </p:spTree>
    <p:extLst>
      <p:ext uri="{BB962C8B-B14F-4D97-AF65-F5344CB8AC3E}">
        <p14:creationId xmlns:p14="http://schemas.microsoft.com/office/powerpoint/2010/main" val="1119884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37D68F-F8E6-E1B4-9A2E-6296A75244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AD167E-7F88-0DED-889D-64070DEA4E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9CB663-5F1A-C8B2-DAB0-6695A93DF16C}"/>
              </a:ext>
            </a:extLst>
          </p:cNvPr>
          <p:cNvSpPr>
            <a:spLocks noGrp="1"/>
          </p:cNvSpPr>
          <p:nvPr>
            <p:ph type="dt" sz="half" idx="10"/>
          </p:nvPr>
        </p:nvSpPr>
        <p:spPr/>
        <p:txBody>
          <a:bodyPr/>
          <a:lstStyle/>
          <a:p>
            <a:fld id="{5F38DA24-7C00-4CB3-BA06-557152E755C0}" type="datetimeFigureOut">
              <a:rPr lang="en-US" smtClean="0"/>
              <a:t>7/30/2026</a:t>
            </a:fld>
            <a:endParaRPr lang="en-US"/>
          </a:p>
        </p:txBody>
      </p:sp>
      <p:sp>
        <p:nvSpPr>
          <p:cNvPr id="5" name="Footer Placeholder 4">
            <a:extLst>
              <a:ext uri="{FF2B5EF4-FFF2-40B4-BE49-F238E27FC236}">
                <a16:creationId xmlns:a16="http://schemas.microsoft.com/office/drawing/2014/main" id="{2A09037D-75E8-A82D-0717-D1D16F115B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41895C-947D-DEE2-731B-86239A3CCEDD}"/>
              </a:ext>
            </a:extLst>
          </p:cNvPr>
          <p:cNvSpPr>
            <a:spLocks noGrp="1"/>
          </p:cNvSpPr>
          <p:nvPr>
            <p:ph type="sldNum" sz="quarter" idx="12"/>
          </p:nvPr>
        </p:nvSpPr>
        <p:spPr/>
        <p:txBody>
          <a:bodyPr/>
          <a:lstStyle/>
          <a:p>
            <a:fld id="{9681B2A8-BA6C-448F-B567-8D86E5189FB8}" type="slidenum">
              <a:rPr lang="en-US" smtClean="0"/>
              <a:t>‹#›</a:t>
            </a:fld>
            <a:endParaRPr lang="en-US"/>
          </a:p>
        </p:txBody>
      </p:sp>
    </p:spTree>
    <p:extLst>
      <p:ext uri="{BB962C8B-B14F-4D97-AF65-F5344CB8AC3E}">
        <p14:creationId xmlns:p14="http://schemas.microsoft.com/office/powerpoint/2010/main" val="4234659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CE371A-ED9B-F859-8DFE-E88B2FA962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2FF3AD-6AF8-0FEC-35CB-99ED597C3A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5356C9-0DD8-62A7-8D4B-61CCC3AFE0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38DA24-7C00-4CB3-BA06-557152E755C0}" type="datetimeFigureOut">
              <a:rPr lang="en-US" smtClean="0"/>
              <a:t>7/30/2026</a:t>
            </a:fld>
            <a:endParaRPr lang="en-US"/>
          </a:p>
        </p:txBody>
      </p:sp>
      <p:sp>
        <p:nvSpPr>
          <p:cNvPr id="5" name="Footer Placeholder 4">
            <a:extLst>
              <a:ext uri="{FF2B5EF4-FFF2-40B4-BE49-F238E27FC236}">
                <a16:creationId xmlns:a16="http://schemas.microsoft.com/office/drawing/2014/main" id="{A408E712-AE42-63F8-BAB5-1739C56497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A76EA66-660E-1F2A-60C0-D4CA0AEB6F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81B2A8-BA6C-448F-B567-8D86E5189FB8}" type="slidenum">
              <a:rPr lang="en-US" smtClean="0"/>
              <a:t>‹#›</a:t>
            </a:fld>
            <a:endParaRPr lang="en-US"/>
          </a:p>
        </p:txBody>
      </p:sp>
    </p:spTree>
    <p:extLst>
      <p:ext uri="{BB962C8B-B14F-4D97-AF65-F5344CB8AC3E}">
        <p14:creationId xmlns:p14="http://schemas.microsoft.com/office/powerpoint/2010/main" val="503443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8B20A0-BB54-8C05-4883-84DD448D638B}"/>
              </a:ext>
            </a:extLst>
          </p:cNvPr>
          <p:cNvSpPr txBox="1"/>
          <p:nvPr/>
        </p:nvSpPr>
        <p:spPr>
          <a:xfrm>
            <a:off x="0" y="1320730"/>
            <a:ext cx="12192000" cy="4216539"/>
          </a:xfrm>
          <a:prstGeom prst="rect">
            <a:avLst/>
          </a:prstGeom>
          <a:noFill/>
        </p:spPr>
        <p:txBody>
          <a:bodyPr wrap="square" rtlCol="0">
            <a:spAutoFit/>
          </a:bodyPr>
          <a:lstStyle/>
          <a:p>
            <a:pPr algn="ctr"/>
            <a:r>
              <a:rPr lang="en-US" sz="1600" b="1" dirty="0">
                <a:solidFill>
                  <a:schemeClr val="accent3"/>
                </a:solidFill>
              </a:rPr>
              <a:t>&gt;&gt; IN THE NAME OF ALLAH, THE MOST GRACIOUS, THE MOST MERCIFUL &lt;&lt;</a:t>
            </a:r>
          </a:p>
          <a:p>
            <a:pPr algn="ctr"/>
            <a:r>
              <a:rPr lang="en-US" sz="6000" b="1" dirty="0">
                <a:solidFill>
                  <a:schemeClr val="accent5"/>
                </a:solidFill>
              </a:rPr>
              <a:t>SENSITIVITY ANALYSIS BY CHANGING STRUCTURAL DAMPER STIFFNESS AND DAMPING RATIO USING OPENSEES</a:t>
            </a:r>
          </a:p>
          <a:p>
            <a:pPr algn="ctr"/>
            <a:r>
              <a:rPr lang="en-US" sz="1200" b="1" dirty="0">
                <a:solidFill>
                  <a:schemeClr val="accent3"/>
                </a:solidFill>
              </a:rPr>
              <a:t>THIS PROGRAM WRITTEN BY SALAR DELAVAR GHASHGHAEI (QASHQAI)</a:t>
            </a:r>
          </a:p>
        </p:txBody>
      </p:sp>
    </p:spTree>
    <p:extLst>
      <p:ext uri="{BB962C8B-B14F-4D97-AF65-F5344CB8AC3E}">
        <p14:creationId xmlns:p14="http://schemas.microsoft.com/office/powerpoint/2010/main" val="2561539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6EEF4-8787-065C-13DE-5F327E105E4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6E42ABD-B4E1-C22D-7C7D-7DFBC4C63EF3}"/>
              </a:ext>
            </a:extLst>
          </p:cNvPr>
          <p:cNvSpPr txBox="1"/>
          <p:nvPr/>
        </p:nvSpPr>
        <p:spPr>
          <a:xfrm>
            <a:off x="402431" y="1228397"/>
            <a:ext cx="11387137" cy="4401205"/>
          </a:xfrm>
          <a:prstGeom prst="rect">
            <a:avLst/>
          </a:prstGeom>
          <a:noFill/>
        </p:spPr>
        <p:txBody>
          <a:bodyPr wrap="square" rtlCol="0">
            <a:spAutoFit/>
          </a:bodyPr>
          <a:lstStyle/>
          <a:p>
            <a:pPr algn="ctr"/>
            <a:r>
              <a:rPr lang="en-US" sz="2800" b="1" dirty="0"/>
              <a:t>Suppose we have an existing steel or concrete structure and wish to</a:t>
            </a:r>
          </a:p>
          <a:p>
            <a:pPr algn="ctr"/>
            <a:r>
              <a:rPr lang="en-US" sz="2800" b="1" dirty="0"/>
              <a:t> enhance its seismic performance by adding supplemental dampers.</a:t>
            </a:r>
          </a:p>
          <a:p>
            <a:pPr algn="ctr"/>
            <a:r>
              <a:rPr lang="en-US" sz="2800" b="1" dirty="0"/>
              <a:t> The goal is to increase the overall effective damping of the structural </a:t>
            </a:r>
          </a:p>
          <a:p>
            <a:pPr algn="ctr"/>
            <a:r>
              <a:rPr lang="en-US" sz="2800" b="1" dirty="0"/>
              <a:t> system through the contribution of these devices. In this type of study a sensitivity analysis is carried out by varying key damper parameters; such as the elastic stiffness of the damper and its viscous damping coefficient in order to evaluate the resulting total damping of the structure. This total damping combines the inherent damping of the original structure and the additional damping provided by the dampers.</a:t>
            </a:r>
          </a:p>
        </p:txBody>
      </p:sp>
    </p:spTree>
    <p:extLst>
      <p:ext uri="{BB962C8B-B14F-4D97-AF65-F5344CB8AC3E}">
        <p14:creationId xmlns:p14="http://schemas.microsoft.com/office/powerpoint/2010/main" val="2564235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78FC0-2963-517B-400C-18540DA49B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4FFE870-2BA4-E7D0-512F-D7F246AEA37A}"/>
              </a:ext>
            </a:extLst>
          </p:cNvPr>
          <p:cNvPicPr>
            <a:picLocks noChangeAspect="1"/>
          </p:cNvPicPr>
          <p:nvPr/>
        </p:nvPicPr>
        <p:blipFill>
          <a:blip r:embed="rId2"/>
          <a:stretch>
            <a:fillRect/>
          </a:stretch>
        </p:blipFill>
        <p:spPr>
          <a:xfrm>
            <a:off x="2017192" y="228600"/>
            <a:ext cx="8157615" cy="6400800"/>
          </a:xfrm>
          <a:prstGeom prst="rect">
            <a:avLst/>
          </a:prstGeom>
        </p:spPr>
      </p:pic>
    </p:spTree>
    <p:extLst>
      <p:ext uri="{BB962C8B-B14F-4D97-AF65-F5344CB8AC3E}">
        <p14:creationId xmlns:p14="http://schemas.microsoft.com/office/powerpoint/2010/main" val="3840907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0759B-40F4-A8DE-D64C-E72E1EEE8EA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1142F44-D0FC-19A0-63AB-39B6758E74D9}"/>
              </a:ext>
            </a:extLst>
          </p:cNvPr>
          <p:cNvPicPr>
            <a:picLocks noChangeAspect="1"/>
          </p:cNvPicPr>
          <p:nvPr/>
        </p:nvPicPr>
        <p:blipFill>
          <a:blip r:embed="rId2"/>
          <a:stretch>
            <a:fillRect/>
          </a:stretch>
        </p:blipFill>
        <p:spPr>
          <a:xfrm>
            <a:off x="2282778" y="0"/>
            <a:ext cx="8112219" cy="6858000"/>
          </a:xfrm>
          <a:prstGeom prst="rect">
            <a:avLst/>
          </a:prstGeom>
        </p:spPr>
      </p:pic>
    </p:spTree>
    <p:extLst>
      <p:ext uri="{BB962C8B-B14F-4D97-AF65-F5344CB8AC3E}">
        <p14:creationId xmlns:p14="http://schemas.microsoft.com/office/powerpoint/2010/main" val="4229771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7BD46-A59C-E8B9-C3E1-AFB6A18F7BD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E761189-47CA-C754-77E7-BFF865D1B506}"/>
              </a:ext>
            </a:extLst>
          </p:cNvPr>
          <p:cNvPicPr>
            <a:picLocks noChangeAspect="1"/>
          </p:cNvPicPr>
          <p:nvPr/>
        </p:nvPicPr>
        <p:blipFill>
          <a:blip r:embed="rId2"/>
          <a:stretch>
            <a:fillRect/>
          </a:stretch>
        </p:blipFill>
        <p:spPr>
          <a:xfrm>
            <a:off x="2386476" y="643285"/>
            <a:ext cx="7419048" cy="5571429"/>
          </a:xfrm>
          <a:prstGeom prst="rect">
            <a:avLst/>
          </a:prstGeom>
        </p:spPr>
      </p:pic>
    </p:spTree>
    <p:extLst>
      <p:ext uri="{BB962C8B-B14F-4D97-AF65-F5344CB8AC3E}">
        <p14:creationId xmlns:p14="http://schemas.microsoft.com/office/powerpoint/2010/main" val="1350793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0646E-9529-0813-90EF-67CAE28E23A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9FDB73B-E47F-C4F6-B5E7-CAD58F5C0461}"/>
              </a:ext>
            </a:extLst>
          </p:cNvPr>
          <p:cNvPicPr>
            <a:picLocks noChangeAspect="1"/>
          </p:cNvPicPr>
          <p:nvPr/>
        </p:nvPicPr>
        <p:blipFill>
          <a:blip r:embed="rId2"/>
          <a:stretch>
            <a:fillRect/>
          </a:stretch>
        </p:blipFill>
        <p:spPr>
          <a:xfrm>
            <a:off x="2643187" y="661987"/>
            <a:ext cx="6905625" cy="5534025"/>
          </a:xfrm>
          <a:prstGeom prst="rect">
            <a:avLst/>
          </a:prstGeom>
        </p:spPr>
      </p:pic>
    </p:spTree>
    <p:extLst>
      <p:ext uri="{BB962C8B-B14F-4D97-AF65-F5344CB8AC3E}">
        <p14:creationId xmlns:p14="http://schemas.microsoft.com/office/powerpoint/2010/main" val="620205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146E4-E18C-57AA-B4A5-B0782CC5B23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B419E0F-E954-713D-16E1-2FD445387027}"/>
              </a:ext>
            </a:extLst>
          </p:cNvPr>
          <p:cNvPicPr>
            <a:picLocks noChangeAspect="1"/>
          </p:cNvPicPr>
          <p:nvPr/>
        </p:nvPicPr>
        <p:blipFill>
          <a:blip r:embed="rId2"/>
          <a:stretch>
            <a:fillRect/>
          </a:stretch>
        </p:blipFill>
        <p:spPr>
          <a:xfrm>
            <a:off x="1656296" y="228600"/>
            <a:ext cx="8879408" cy="6400800"/>
          </a:xfrm>
          <a:prstGeom prst="rect">
            <a:avLst/>
          </a:prstGeom>
        </p:spPr>
      </p:pic>
    </p:spTree>
    <p:extLst>
      <p:ext uri="{BB962C8B-B14F-4D97-AF65-F5344CB8AC3E}">
        <p14:creationId xmlns:p14="http://schemas.microsoft.com/office/powerpoint/2010/main" val="3780604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27028-5AF6-6A34-1809-88743EED19D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C94862-D49A-AD91-63EC-06258BE8E83B}"/>
              </a:ext>
            </a:extLst>
          </p:cNvPr>
          <p:cNvPicPr>
            <a:picLocks noChangeAspect="1"/>
          </p:cNvPicPr>
          <p:nvPr/>
        </p:nvPicPr>
        <p:blipFill>
          <a:blip r:embed="rId2"/>
          <a:stretch>
            <a:fillRect/>
          </a:stretch>
        </p:blipFill>
        <p:spPr>
          <a:xfrm>
            <a:off x="1366457" y="228600"/>
            <a:ext cx="9459086" cy="6400800"/>
          </a:xfrm>
          <a:prstGeom prst="rect">
            <a:avLst/>
          </a:prstGeom>
        </p:spPr>
      </p:pic>
    </p:spTree>
    <p:extLst>
      <p:ext uri="{BB962C8B-B14F-4D97-AF65-F5344CB8AC3E}">
        <p14:creationId xmlns:p14="http://schemas.microsoft.com/office/powerpoint/2010/main" val="38724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D8C9F-FE7E-F42E-780C-60156104377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A1A8409-781E-DD1E-B342-078156414CFD}"/>
              </a:ext>
            </a:extLst>
          </p:cNvPr>
          <p:cNvPicPr>
            <a:picLocks noChangeAspect="1"/>
          </p:cNvPicPr>
          <p:nvPr/>
        </p:nvPicPr>
        <p:blipFill>
          <a:blip r:embed="rId2"/>
          <a:stretch>
            <a:fillRect/>
          </a:stretch>
        </p:blipFill>
        <p:spPr>
          <a:xfrm>
            <a:off x="0" y="132777"/>
            <a:ext cx="12192000" cy="6592446"/>
          </a:xfrm>
          <a:prstGeom prst="rect">
            <a:avLst/>
          </a:prstGeom>
        </p:spPr>
      </p:pic>
    </p:spTree>
    <p:extLst>
      <p:ext uri="{BB962C8B-B14F-4D97-AF65-F5344CB8AC3E}">
        <p14:creationId xmlns:p14="http://schemas.microsoft.com/office/powerpoint/2010/main" val="4119890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482</TotalTime>
  <Words>143</Words>
  <Application>Microsoft Office PowerPoint</Application>
  <PresentationFormat>Widescreen</PresentationFormat>
  <Paragraphs>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salar dq</dc:creator>
  <cp:lastModifiedBy>salar dq</cp:lastModifiedBy>
  <cp:revision>125</cp:revision>
  <cp:lastPrinted>2026-04-12T08:11:55Z</cp:lastPrinted>
  <dcterms:created xsi:type="dcterms:W3CDTF">2025-06-03T10:37:48Z</dcterms:created>
  <dcterms:modified xsi:type="dcterms:W3CDTF">2026-07-30T09:37:30Z</dcterms:modified>
</cp:coreProperties>
</file>