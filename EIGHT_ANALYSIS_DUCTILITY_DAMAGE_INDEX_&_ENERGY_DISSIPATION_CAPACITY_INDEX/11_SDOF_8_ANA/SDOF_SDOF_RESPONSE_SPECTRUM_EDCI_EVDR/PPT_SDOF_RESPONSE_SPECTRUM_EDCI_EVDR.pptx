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77" r:id="rId5"/>
    <p:sldId id="280" r:id="rId6"/>
    <p:sldId id="281" r:id="rId7"/>
    <p:sldId id="282" r:id="rId8"/>
    <p:sldId id="258" r:id="rId9"/>
    <p:sldId id="262" r:id="rId10"/>
    <p:sldId id="263" r:id="rId11"/>
    <p:sldId id="264" r:id="rId12"/>
    <p:sldId id="266" r:id="rId13"/>
    <p:sldId id="278" r:id="rId14"/>
    <p:sldId id="283" r:id="rId15"/>
    <p:sldId id="265" r:id="rId16"/>
    <p:sldId id="267" r:id="rId17"/>
    <p:sldId id="284" r:id="rId18"/>
    <p:sldId id="268" r:id="rId19"/>
    <p:sldId id="285" r:id="rId20"/>
    <p:sldId id="261" r:id="rId21"/>
    <p:sldId id="269" r:id="rId22"/>
    <p:sldId id="270" r:id="rId23"/>
    <p:sldId id="271" r:id="rId24"/>
    <p:sldId id="272" r:id="rId25"/>
    <p:sldId id="273" r:id="rId26"/>
    <p:sldId id="274" r:id="rId27"/>
    <p:sldId id="279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03" autoAdjust="0"/>
    <p:restoredTop sz="94660"/>
  </p:normalViewPr>
  <p:slideViewPr>
    <p:cSldViewPr snapToGrid="0">
      <p:cViewPr varScale="1">
        <p:scale>
          <a:sx n="67" d="100"/>
          <a:sy n="67" d="100"/>
        </p:scale>
        <p:origin x="81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428178"/>
            <a:ext cx="121920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4400" b="1" dirty="0">
                <a:solidFill>
                  <a:schemeClr val="accent5"/>
                </a:solidFill>
              </a:rPr>
              <a:t>FRAGILITY ANALYSIS BASED ON ACCELERATION, STRUCTURAL DUCTILITY DAMAGE INDEX, ENERGY DISSIPATION CAPACITY INDEX, EQULIVALENT VISCOUS DAMPING RATIO WITH NONLINEAR DYNAMIC ANALYSIS (IDA) OF A SINGLE-DEGREE-OF-FREEDOM (SDOF) SYSTEM UTILIZING 30 GROUND MOTIONS IN OPENSEES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3AAA8A-3BDB-87D5-FBF0-0B1FCCDF5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3979" y="956423"/>
            <a:ext cx="5205412" cy="49451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44588F-BD52-FC93-B139-6E1DA3123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6839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some words&#10;&#10;AI-generated content may be incorrect.">
            <a:extLst>
              <a:ext uri="{FF2B5EF4-FFF2-40B4-BE49-F238E27FC236}">
                <a16:creationId xmlns:a16="http://schemas.microsoft.com/office/drawing/2014/main" id="{E4C3F518-02E5-BAF3-B2C3-10659662A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562" y="2085975"/>
            <a:ext cx="8524875" cy="268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C5B33-FE65-F366-A7AF-FED24F27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ADAE2E-63FF-B6B2-B037-B8F74E20D4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017"/>
            <a:ext cx="12192000" cy="657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066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8C38B-17E3-4D5A-9963-7E8574F04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0AFE38-8780-4170-0BAC-07BCFA010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49" y="457200"/>
            <a:ext cx="695170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42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A3D33-DE37-E425-FC47-4E9C2D9E4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5F4ED1-8F79-DAE3-A62F-718CB50B7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49" y="457200"/>
            <a:ext cx="695170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016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24AFA-0CCF-A951-5D23-8BC371F05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A40CB0-108F-4362-F0CA-56BC3CCD3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154" y="618985"/>
            <a:ext cx="7266734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172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F3AA00-2CC6-3617-232E-9253D2894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ADB8B-6E38-437C-3068-B8454425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520D9B-B96E-4232-019E-7C42101F7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317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A5D6-30CC-2C13-1F9C-D72363F55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FF066E-0D93-9EE4-4629-AA646DB08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0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8FDC-DAF9-A547-EB2B-DF347820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DA6473-EF48-6BAD-2BBE-FA66C1339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64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3C105-A9A7-8415-C4B6-612A79A38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A58BEB-0004-60CA-2CFB-4D894C425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D9A1A8-764F-AF07-EE22-711919BA6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320" y="1149197"/>
            <a:ext cx="6309360" cy="943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816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3BA65-0246-62FE-A69C-F7DA4043C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3A6BB7-6FCE-305D-9B37-F9BB85BF6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BF10A0-1397-26D8-8C4A-556A5BF92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093428"/>
            <a:ext cx="11373633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616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CE59C-4A5D-5E07-1704-B34ADCA56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6D3D5A-53B1-630F-BEA9-E77F1B78B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114973-E194-6B81-3A13-A62164191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775" y="4364037"/>
            <a:ext cx="31623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906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4FECB-A4BA-36E3-CFA5-09C8755E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showing a graph of a earthquake&#10;&#10;AI-generated content may be incorrect.">
            <a:extLst>
              <a:ext uri="{FF2B5EF4-FFF2-40B4-BE49-F238E27FC236}">
                <a16:creationId xmlns:a16="http://schemas.microsoft.com/office/drawing/2014/main" id="{6E87BC5B-0E15-95A1-22EA-7F417EA39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176" y="936497"/>
            <a:ext cx="771564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053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124D0-8A23-1434-1CA8-DEC3D148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A0FB10-BDC8-7B36-1BF3-AAB59DA19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06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D819A-1928-18D7-41BB-26159F858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FAFC50-FC2D-FA8C-8B2A-63343D31B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6E979B-5924-AE66-E9DD-48CF52494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1091" y="1599140"/>
            <a:ext cx="6309360" cy="943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056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52FA3-C5C9-7EEC-59E4-E37C81ED5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A2EADA7-EE5C-42F1-76DA-E55CB4328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8B6DEE-8DDA-8881-6E3D-0308C7FB9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83" y="5244514"/>
            <a:ext cx="11373633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6929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BC678-C004-44B8-4B1E-DA38E6699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891EE54-9E0E-2EE5-0A1B-5E4524CD22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7FC38C-E27B-B826-1D82-36E6222C9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775" y="4364037"/>
            <a:ext cx="31623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6574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5C90-67EB-63BD-EECA-89A2A5C4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BA3804-27C9-0EC8-2D8F-5C3BC4C9B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742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AC39B-BF89-6D71-4D0A-02B017BA2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9AC1C5B-F7DB-FC8A-4D09-A9B7BBFBC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36497"/>
            <a:ext cx="649638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391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CE58-7650-48F4-683C-8146BF0B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31555C-41E8-93E0-0978-140612DA6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910" y="936497"/>
            <a:ext cx="642018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9508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B524-8DFD-020E-3C93-B3300033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blue lines&#10;&#10;AI-generated content may be incorrect.">
            <a:extLst>
              <a:ext uri="{FF2B5EF4-FFF2-40B4-BE49-F238E27FC236}">
                <a16:creationId xmlns:a16="http://schemas.microsoft.com/office/drawing/2014/main" id="{7D09F984-C7B5-B8C6-449D-3B3250BC5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238" y="936497"/>
            <a:ext cx="629952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06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7E6E-BFA1-3ACA-84FA-401F33DA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a red line&#10;&#10;AI-generated content may be incorrect.">
            <a:extLst>
              <a:ext uri="{FF2B5EF4-FFF2-40B4-BE49-F238E27FC236}">
                <a16:creationId xmlns:a16="http://schemas.microsoft.com/office/drawing/2014/main" id="{FC2E4BFC-6D71-D82B-741C-421772C29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203" y="936497"/>
            <a:ext cx="669959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36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E24F-580F-7007-8CF3-25878C39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196449-A131-0ABC-9DB1-C8DA42FFC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695" y="0"/>
            <a:ext cx="6168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135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ED73-0728-CAA7-21A0-8510C127F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E024D6A-CC78-4098-BCE8-BE573906F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"/>
            <a:ext cx="12242041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667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0CD49-6CB3-DF0F-ECA4-2ADB41D1E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647BA5-3BB4-A04E-2E9F-472A6AE34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773" y="0"/>
            <a:ext cx="6804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69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</TotalTime>
  <Words>63</Words>
  <Application>Microsoft Office PowerPoint</Application>
  <PresentationFormat>Widescreen</PresentationFormat>
  <Paragraphs>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73</cp:revision>
  <cp:lastPrinted>2025-12-04T16:25:27Z</cp:lastPrinted>
  <dcterms:created xsi:type="dcterms:W3CDTF">2025-07-19T22:10:00Z</dcterms:created>
  <dcterms:modified xsi:type="dcterms:W3CDTF">2026-08-06T13:22:13Z</dcterms:modified>
</cp:coreProperties>
</file>