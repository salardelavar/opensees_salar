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7" r:id="rId5"/>
    <p:sldId id="280" r:id="rId6"/>
    <p:sldId id="281" r:id="rId7"/>
    <p:sldId id="282" r:id="rId8"/>
    <p:sldId id="258" r:id="rId9"/>
    <p:sldId id="262" r:id="rId10"/>
    <p:sldId id="263" r:id="rId11"/>
    <p:sldId id="264" r:id="rId12"/>
    <p:sldId id="266" r:id="rId13"/>
    <p:sldId id="278" r:id="rId14"/>
    <p:sldId id="283" r:id="rId15"/>
    <p:sldId id="286" r:id="rId16"/>
    <p:sldId id="265" r:id="rId17"/>
    <p:sldId id="267" r:id="rId18"/>
    <p:sldId id="284" r:id="rId19"/>
    <p:sldId id="268" r:id="rId20"/>
    <p:sldId id="285" r:id="rId21"/>
    <p:sldId id="261" r:id="rId22"/>
    <p:sldId id="269" r:id="rId23"/>
    <p:sldId id="270" r:id="rId24"/>
    <p:sldId id="271" r:id="rId25"/>
    <p:sldId id="272" r:id="rId26"/>
    <p:sldId id="287" r:id="rId27"/>
    <p:sldId id="288" r:id="rId28"/>
    <p:sldId id="289" r:id="rId29"/>
    <p:sldId id="290" r:id="rId30"/>
    <p:sldId id="291" r:id="rId31"/>
    <p:sldId id="292" r:id="rId32"/>
    <p:sldId id="273" r:id="rId33"/>
    <p:sldId id="274" r:id="rId34"/>
    <p:sldId id="27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43622"/>
            <a:ext cx="1219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DYNAMIC ANALYSIS OF A SINGLE-DEGREE-OF-FREEDOM (SDOF) SOIL STRUCTURE SYSTEM UTILIZING 30 GROUND MOTIONS IN OPENSEES AND EVALUATION OF SEISMIC RESPONSE SPECTRUM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ADAE2E-63FF-B6B2-B037-B8F74E20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17"/>
            <a:ext cx="12192000" cy="65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AFE38-8780-4170-0BAC-07BCFA01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3D33-DE37-E425-FC47-4E9C2D9E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F4ED1-8F79-DAE3-A62F-718CB50B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4AFA-0CCF-A951-5D23-8BC371F0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A40CB0-108F-4362-F0CA-56BC3CCD3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54" y="618985"/>
            <a:ext cx="726673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7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E378BA-ED35-B0EA-354B-F61BF0688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1FB185-BAF5-C03E-D9F7-C50B3F43D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5C1AC5-C982-47F7-3DF1-CED9FF3B2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346A9C-19B3-EA63-A460-726099BD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27FF6-7B4A-9A24-0896-32D377CF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E60A6B-9B92-5670-A616-1FB14194E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870" y="1363509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BA65-0246-62FE-A69C-F7DA4043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6A16BE-39AF-85D7-E463-485A62522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BF9C50-6E78-5C54-E3F5-6657A7338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3" y="1033974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1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CE59C-4A5D-5E07-1704-B34ADCA5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2548E-7EDE-5C46-0171-CF5DA416E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7A30C2-BA74-CA0B-942C-7D6A112F0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737" y="3292475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06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D044-C8E7-4F6C-0D8D-552B7302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E594F0-8551-71BD-AB9F-C1BCB1ED7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70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a graph of a earthquake&#10;&#10;AI-generated content may be incorrect.">
            <a:extLst>
              <a:ext uri="{FF2B5EF4-FFF2-40B4-BE49-F238E27FC236}">
                <a16:creationId xmlns:a16="http://schemas.microsoft.com/office/drawing/2014/main" id="{6E87BC5B-0E15-95A1-22EA-7F417EA3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0FB10-BDC8-7B36-1BF3-AAB59DA1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819A-1928-18D7-41BB-26159F85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FAFC50-FC2D-FA8C-8B2A-63343D31B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6E979B-5924-AE66-E9DD-48CF52494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091" y="1599140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56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2EADA7-EE5C-42F1-76DA-E55CB4328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8B6DEE-8DDA-8881-6E3D-0308C7FB9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3" y="5244514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678-C004-44B8-4B1E-DA38E669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91EE54-9E0E-2EE5-0A1B-5E4524CD2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7FC38C-E27B-B826-1D82-36E6222C9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775" y="4364037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A3804-27C9-0EC8-2D8F-5C3BC4C9B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AC1C5B-F7DB-FC8A-4D09-A9B7BBFB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31555C-41E8-93E0-0978-140612DA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ue lines&#10;&#10;AI-generated content may be incorrect.">
            <a:extLst>
              <a:ext uri="{FF2B5EF4-FFF2-40B4-BE49-F238E27FC236}">
                <a16:creationId xmlns:a16="http://schemas.microsoft.com/office/drawing/2014/main" id="{7D09F984-C7B5-B8C6-449D-3B3250BC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FC2E4BFC-6D71-D82B-741C-421772C2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936497"/>
            <a:ext cx="669959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F95D-B33C-5FE8-AB7F-08BD282E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94D554-17B3-253C-88ED-DC5C61165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8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1D7E-6ED6-4E7C-E4E1-5B93BE02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7FCB4-8982-6DEC-01F7-D0905486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57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AA27-3CFD-6AD9-7828-1434B80A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154BA-AA5F-8591-FF48-6FDA20DDE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06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E118B-7AE4-4779-40D1-66B96AAA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572C2-CAB8-3FE5-38F1-302337C9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32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2DD62-61E5-96B4-FC08-D1306213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AD6ED-3FE8-94D4-3B3D-56CA7B606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81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1C38A-CA43-8CCE-2B0E-7363C8DC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B5F31-03BE-3445-0DA4-B5217F96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9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E24F-580F-7007-8CF3-25878C3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96449-A131-0ABC-9DB1-C8DA42FFC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3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ED73-0728-CAA7-21A0-8510C127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F85F43-0402-E33A-D79A-1BF911D07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13" y="567510"/>
            <a:ext cx="11670182" cy="572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7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CD49-6CB3-DF0F-ECA4-2ADB41D1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4FBB0C-BDEA-FA58-D4A8-A92577CE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59" y="0"/>
            <a:ext cx="6853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6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47</Words>
  <Application>Microsoft Office PowerPoint</Application>
  <PresentationFormat>Widescreen</PresentationFormat>
  <Paragraphs>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78</cp:revision>
  <cp:lastPrinted>2025-12-04T16:25:27Z</cp:lastPrinted>
  <dcterms:created xsi:type="dcterms:W3CDTF">2025-07-19T22:10:00Z</dcterms:created>
  <dcterms:modified xsi:type="dcterms:W3CDTF">2026-10-19T11:46:08Z</dcterms:modified>
</cp:coreProperties>
</file>