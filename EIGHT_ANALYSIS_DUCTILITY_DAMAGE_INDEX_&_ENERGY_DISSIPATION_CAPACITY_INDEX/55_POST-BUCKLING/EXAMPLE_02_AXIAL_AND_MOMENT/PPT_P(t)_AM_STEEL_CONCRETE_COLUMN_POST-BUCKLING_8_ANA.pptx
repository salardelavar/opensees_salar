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22" r:id="rId5"/>
    <p:sldId id="341" r:id="rId6"/>
    <p:sldId id="360" r:id="rId7"/>
    <p:sldId id="384" r:id="rId8"/>
    <p:sldId id="259" r:id="rId9"/>
    <p:sldId id="323" r:id="rId10"/>
    <p:sldId id="303" r:id="rId11"/>
    <p:sldId id="302" r:id="rId12"/>
    <p:sldId id="324" r:id="rId13"/>
    <p:sldId id="306" r:id="rId14"/>
    <p:sldId id="388" r:id="rId15"/>
    <p:sldId id="336" r:id="rId16"/>
    <p:sldId id="342" r:id="rId17"/>
    <p:sldId id="375" r:id="rId18"/>
    <p:sldId id="376" r:id="rId19"/>
    <p:sldId id="347" r:id="rId20"/>
    <p:sldId id="304" r:id="rId21"/>
    <p:sldId id="261" r:id="rId22"/>
    <p:sldId id="325" r:id="rId23"/>
    <p:sldId id="389" r:id="rId24"/>
    <p:sldId id="337" r:id="rId25"/>
    <p:sldId id="343" r:id="rId26"/>
    <p:sldId id="377" r:id="rId27"/>
    <p:sldId id="378" r:id="rId28"/>
    <p:sldId id="393" r:id="rId29"/>
    <p:sldId id="394" r:id="rId30"/>
    <p:sldId id="307" r:id="rId31"/>
    <p:sldId id="308" r:id="rId32"/>
    <p:sldId id="265" r:id="rId33"/>
    <p:sldId id="326" r:id="rId34"/>
    <p:sldId id="266" r:id="rId35"/>
    <p:sldId id="391" r:id="rId36"/>
    <p:sldId id="309" r:id="rId37"/>
    <p:sldId id="349" r:id="rId38"/>
    <p:sldId id="310" r:id="rId39"/>
    <p:sldId id="311" r:id="rId40"/>
    <p:sldId id="312" r:id="rId41"/>
    <p:sldId id="327" r:id="rId42"/>
    <p:sldId id="313" r:id="rId43"/>
    <p:sldId id="390" r:id="rId44"/>
    <p:sldId id="314" r:id="rId45"/>
    <p:sldId id="366" r:id="rId46"/>
    <p:sldId id="367" r:id="rId47"/>
    <p:sldId id="368" r:id="rId48"/>
    <p:sldId id="369" r:id="rId49"/>
    <p:sldId id="385" r:id="rId50"/>
    <p:sldId id="370" r:id="rId51"/>
    <p:sldId id="371" r:id="rId52"/>
    <p:sldId id="392" r:id="rId53"/>
    <p:sldId id="395" r:id="rId54"/>
    <p:sldId id="372" r:id="rId55"/>
    <p:sldId id="263" r:id="rId56"/>
    <p:sldId id="268" r:id="rId57"/>
    <p:sldId id="329" r:id="rId58"/>
    <p:sldId id="396" r:id="rId59"/>
    <p:sldId id="270" r:id="rId60"/>
    <p:sldId id="269" r:id="rId61"/>
    <p:sldId id="332" r:id="rId62"/>
    <p:sldId id="333" r:id="rId63"/>
    <p:sldId id="339" r:id="rId64"/>
    <p:sldId id="271" r:id="rId65"/>
    <p:sldId id="274" r:id="rId66"/>
    <p:sldId id="351" r:id="rId67"/>
    <p:sldId id="379" r:id="rId68"/>
    <p:sldId id="380" r:id="rId69"/>
    <p:sldId id="397" r:id="rId70"/>
    <p:sldId id="398" r:id="rId71"/>
    <p:sldId id="361" r:id="rId72"/>
    <p:sldId id="320" r:id="rId73"/>
    <p:sldId id="275" r:id="rId74"/>
    <p:sldId id="328" r:id="rId75"/>
    <p:sldId id="399" r:id="rId76"/>
    <p:sldId id="276" r:id="rId77"/>
    <p:sldId id="277" r:id="rId78"/>
    <p:sldId id="344" r:id="rId79"/>
    <p:sldId id="279" r:id="rId80"/>
    <p:sldId id="345" r:id="rId81"/>
    <p:sldId id="346" r:id="rId82"/>
    <p:sldId id="353" r:id="rId83"/>
    <p:sldId id="374" r:id="rId84"/>
    <p:sldId id="381" r:id="rId85"/>
    <p:sldId id="382" r:id="rId86"/>
    <p:sldId id="400" r:id="rId87"/>
    <p:sldId id="401" r:id="rId88"/>
    <p:sldId id="354" r:id="rId89"/>
    <p:sldId id="383" r:id="rId90"/>
    <p:sldId id="364" r:id="rId91"/>
    <p:sldId id="365" r:id="rId92"/>
    <p:sldId id="387" r:id="rId93"/>
    <p:sldId id="363" r:id="rId94"/>
    <p:sldId id="356" r:id="rId95"/>
    <p:sldId id="362" r:id="rId96"/>
    <p:sldId id="402" r:id="rId97"/>
    <p:sldId id="403" r:id="rId98"/>
    <p:sldId id="404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8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476250" y="212735"/>
            <a:ext cx="112395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MULTI-MODE POST-BUCKLING PHENOMENA A COLUMN WITH SEMI-RIGID CONNECTIONS: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26A0A-0E1B-892A-EC48-ADBF832F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58" y="0"/>
            <a:ext cx="5226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1443-0D68-F191-B64D-FF4B5B00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121437-736E-A2C8-D649-05194969A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236"/>
            <a:ext cx="12192000" cy="57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535967-DD9D-BAB3-E200-8186FEEEF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234786"/>
            <a:ext cx="645193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7ABBB-FF1E-E779-3D70-76492915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66" y="0"/>
            <a:ext cx="8438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3AA9-868D-F4DC-823A-10F4CCD9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A214E0-49B9-F771-834B-481F0995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198C-5C09-38AB-D083-159A58D9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839D2-C16E-2E63-D7EB-944BB55C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9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70B68B-FDAB-1836-01E1-C760E7D2F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6A92C-6BF0-0506-B938-D2991813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BAD7BD-AAF7-0A28-CDDD-462275B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F6A29C-1732-A5D1-664F-2E82935D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9DF8-E507-F4D9-7524-7CBD4B46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1B100-E84B-BDE4-0D7F-94F5E6E7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36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986A22-A381-2749-930C-74977B6F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6E333-8E20-4233-49F0-08308D9F2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804D-49CE-546E-3C03-D93E2854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58EE83-C7F9-D30D-76FD-4C539C51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51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9F92-23FC-D551-BA82-B707B654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149C7-5D41-D0F3-A358-864B2324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77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7E61BE-790E-F428-388D-92D26D540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A9DE8-E4DA-18AA-2952-BCC6DDB1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7"/>
            <a:ext cx="12192000" cy="65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3DB74-278C-1743-0B34-565AA00D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1BF3-7A4B-C1AD-7CF1-3466545B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81D1B-65F5-BCF5-E272-3F4294C08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42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7EF6A-0623-2065-85F0-ADCEDC9B0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6106B0-20F9-2794-ADC3-0E2CF1B4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39744-0F9D-D3B6-B930-3B909B20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CE3797-6E0C-52FF-43FF-0B50CE26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43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8476-DB13-DF4E-54DE-5FDD058F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F0004-C219-1384-01B4-61A0800E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57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646A-19EA-DED0-CE2D-F5369E5EF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0A9A76-A763-E360-1144-30601D07C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96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9C4D-9888-0B3C-BCCE-1DF34B84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95615-FB84-2338-D1A0-A3F4E1F0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67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7750C4-DFDD-57BA-9CF7-B1E196B3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7BD44-C31C-C710-CC1B-20CB81B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81AD77-848D-ADED-08BF-11A98CAB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58F2-A1AC-6260-C76F-D3A43AB6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5039E-8549-6B87-3B4D-8F8B4143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29" y="234786"/>
            <a:ext cx="956994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08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D405A0-37B7-2067-46CE-51A1085F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A8604-F33F-0C13-C772-9D741F89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D42D6-D545-4883-BE51-00BCF19C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FBAA35-E358-572C-AE51-7572A6A48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0"/>
            <a:ext cx="12192000" cy="654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9372B-B6E2-EB76-0358-208875DE9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35" y="234786"/>
            <a:ext cx="931592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F15C-F033-49CF-2677-3EBA3719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E56E8-548B-2819-1262-7EE5D04D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74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A90343-0D3B-E33F-7B27-05BA29372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ED38-FAE8-EB9D-C3BB-1ED22AFE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8B62B-8C0C-5361-218D-C05301F26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587" y="0"/>
            <a:ext cx="3206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190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31A-7726-6DC3-118B-DC41BC3C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A3220-ED81-33EF-1B0B-7DA6001EA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56" y="0"/>
            <a:ext cx="3232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360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D589-4244-2EEA-1915-BD6BEA51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B492ED-90F4-B48A-2552-19D4E492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80" y="0"/>
            <a:ext cx="3235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44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708D-DC91-3BA4-1D57-0E7FA067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27C0A7-AB1D-A80D-4844-5F07D0EF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538" y="0"/>
            <a:ext cx="3284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736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E8F3-D53D-E42C-010A-BAFD4AC3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F262EB-5C41-7AFE-DA01-A8DD1811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43" y="0"/>
            <a:ext cx="3280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339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3354-FBA4-160D-7D43-DAB3B2AF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0EE8C7-1EAC-9BAD-A046-148BD997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55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0BB9-D4A7-E4F4-2660-FCA69F85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27F7F-73D4-908D-73E2-16D711F5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02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F620D-12E7-F5AA-2991-6C0B3FBC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0C34E1-B190-FCCB-658D-A8B8B941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733286"/>
            <a:ext cx="701711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14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7EDC-7D47-9357-267F-8F63CC38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57C7C9-4CA9-0A19-2840-ECC300368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37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2F6B-A8B7-F4D4-D408-8CD23A79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B2341-48B7-66D4-67A3-EEE5FC255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760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A22F3-0B8B-ED8D-B3B5-27E49DE7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1"/>
            <a:ext cx="12192000" cy="6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7C56A-50B0-E58E-8949-04DABF67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145881"/>
            <a:ext cx="9455636" cy="65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7339-23FB-0F79-ABA8-964B7626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21030-B53B-C63E-B72A-74A147EBB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145881"/>
            <a:ext cx="9455636" cy="65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994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6ABC2-F4A7-6F99-2906-3D59DE861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13598-4EF0-4349-AAB8-6BF5F7FF5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351" y="0"/>
            <a:ext cx="2915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D58C4-5D68-0F57-F673-4E941D2B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88" y="0"/>
            <a:ext cx="2976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F85AEB-564E-399B-5EAB-23AE98B8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88" y="0"/>
            <a:ext cx="2976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939A96-E9B6-ED50-4F4E-5D8024811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401" y="0"/>
            <a:ext cx="2781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B451E-0A7D-EEBA-9490-F52DCEB12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886" y="0"/>
            <a:ext cx="2932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B3F35D-2ECA-C0D1-51F5-3AF71C7F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170B7B-B472-82A1-0F29-AC309406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1790-8016-0E9E-D54E-6925BDC8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2A062-9E8D-41D5-1C63-BA4266D3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222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9280-125A-1E26-5388-7703C61B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63533-818B-32BC-FBFA-A3509F79B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136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ABE6-3E39-1406-53D0-94099626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A0992-55B4-AB23-61CE-2B58F597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423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6F01-09A5-2001-2725-95AF89A7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9C726-DDD1-E7BB-9DDF-35CD15EC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126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4E7B-CF18-89DD-FB07-FA2EA723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63525-83FF-A929-3D30-EA7AE3F4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764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372C0-9834-3456-0BBC-BC1CD8B9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BD5E48-E945-0B65-A3AC-8402AD90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71FC-7812-13DD-C9B7-90E0FD1E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55398-6BF4-A1F0-E892-15773601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590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52BF30-620B-0623-A966-1CEE1EC6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1629C2-CF37-5453-1703-CF9C5556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70" y="0"/>
            <a:ext cx="2945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409F5F-EC07-4172-0F77-A03065FA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405" y="0"/>
            <a:ext cx="2901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C216F-DDDF-1ED9-04E8-C296371D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405" y="0"/>
            <a:ext cx="2901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C5E57-448D-9A54-BBDB-28C91576C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701" y="0"/>
            <a:ext cx="2874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D060E5-2CCC-2CA3-1CA2-6280306DC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5" y="0"/>
            <a:ext cx="2844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B4848-D9A2-7BC4-ADF5-DBE8A5CA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A612-E61B-F010-A3B7-4259987C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F4A1E0-6CCF-1CCC-1A5A-74ECBAF3B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625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E38C-3E5F-3657-1F67-57B48B47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A343C9-5883-0134-DED7-2A3DC4CC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204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496C-25F4-B36E-D739-F42EE504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57697B-2BF3-6F74-EACE-4EEA9A0EE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881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8AAE-93EC-600A-6276-F6CE9576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3835E2-E7B1-82E0-3B9C-EE102F252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391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9484-D4D4-5BE6-8DC8-5AB1F403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8E2FE-F7C5-CFEE-24BB-519BB6AC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494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B09FBA-5639-0DE9-042C-20C926288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007B-9D50-8205-2B50-7EE48B37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04CE8-7630-49C8-9FAA-9D3490F0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1" y="228600"/>
            <a:ext cx="120668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156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EA16-E069-E79E-AF4F-F7E7AA32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71888-2DFE-6B54-F4A8-6AC69A56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759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D855-0B1F-A50A-154C-272F09C1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44FEA3-D690-DB2D-E42E-277BD382B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44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3A0F-14ED-3F34-7214-E59FC948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822771-E686-102F-4261-62BD01FCA27E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489440.55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10612692.56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	DISSIPATED ENERGY CAPACITY INDEX: 0.292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1151219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26C4-D0A6-B7E3-963F-73EF10E2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5D4D31-B0FA-3092-0C9A-4AE992660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583" y="234786"/>
            <a:ext cx="94048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702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AAFAE4-558A-8B4D-42E1-931B22A8A764}"/>
              </a:ext>
            </a:extLst>
          </p:cNvPr>
          <p:cNvSpPr txBox="1"/>
          <p:nvPr/>
        </p:nvSpPr>
        <p:spPr>
          <a:xfrm>
            <a:off x="2331243" y="1055092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[2.80101456e+00 2.30592094e+06]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[2.50000000e+01 1.16951808e+06]]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823244.89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46780.72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-51191.66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8.93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0.51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0.6582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17.6764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17.6764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11.6351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-5.7914 (%)</a:t>
            </a:r>
          </a:p>
        </p:txBody>
      </p:sp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B384-BD4D-F927-2EE6-2A861A63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D6134-9C2B-F015-CFC9-FAC9862B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748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78CF-409D-3240-62EC-69B505B5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5102B2-0736-4770-828A-25E668B2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808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1118-2EAC-74B1-8D7D-201AA88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03DF6A-C67B-29DF-48A8-A6689AE6D249}"/>
              </a:ext>
            </a:extLst>
          </p:cNvPr>
          <p:cNvSpPr txBox="1"/>
          <p:nvPr/>
        </p:nvSpPr>
        <p:spPr>
          <a:xfrm>
            <a:off x="3312878" y="920621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[2.80101456e+00 2.30592094e+06]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[2.50000000e+01 1.16951808e+06]]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823244.89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46780.72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-51191.66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8.93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0.51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0.6941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2.2229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2.2229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1.5430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Y Direction: -41.8758 (%)</a:t>
            </a:r>
          </a:p>
        </p:txBody>
      </p:sp>
    </p:spTree>
    <p:extLst>
      <p:ext uri="{BB962C8B-B14F-4D97-AF65-F5344CB8AC3E}">
        <p14:creationId xmlns:p14="http://schemas.microsoft.com/office/powerpoint/2010/main" val="32570017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8400-3D57-716D-6BFA-850E7714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032F4-17B6-EAFF-C116-C0EFE8F7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337</Words>
  <Application>Microsoft Office PowerPoint</Application>
  <PresentationFormat>Widescreen</PresentationFormat>
  <Paragraphs>55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186</cp:revision>
  <cp:lastPrinted>2026-04-01T21:12:44Z</cp:lastPrinted>
  <dcterms:created xsi:type="dcterms:W3CDTF">2025-06-03T10:37:48Z</dcterms:created>
  <dcterms:modified xsi:type="dcterms:W3CDTF">2026-10-14T12:04:26Z</dcterms:modified>
</cp:coreProperties>
</file>