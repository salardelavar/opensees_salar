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401" r:id="rId3"/>
    <p:sldId id="379" r:id="rId4"/>
    <p:sldId id="402" r:id="rId5"/>
    <p:sldId id="380" r:id="rId6"/>
    <p:sldId id="381" r:id="rId7"/>
    <p:sldId id="382" r:id="rId8"/>
    <p:sldId id="383" r:id="rId9"/>
    <p:sldId id="263" r:id="rId10"/>
    <p:sldId id="329" r:id="rId11"/>
    <p:sldId id="384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18" r:id="rId28"/>
    <p:sldId id="419" r:id="rId29"/>
    <p:sldId id="420" r:id="rId30"/>
    <p:sldId id="421" r:id="rId31"/>
    <p:sldId id="422" r:id="rId32"/>
    <p:sldId id="423" r:id="rId33"/>
    <p:sldId id="424" r:id="rId34"/>
    <p:sldId id="425" r:id="rId35"/>
    <p:sldId id="426" r:id="rId36"/>
    <p:sldId id="427" r:id="rId37"/>
    <p:sldId id="428" r:id="rId38"/>
    <p:sldId id="429" r:id="rId39"/>
    <p:sldId id="430" r:id="rId40"/>
    <p:sldId id="431" r:id="rId41"/>
    <p:sldId id="432" r:id="rId42"/>
    <p:sldId id="463" r:id="rId43"/>
    <p:sldId id="464" r:id="rId44"/>
    <p:sldId id="465" r:id="rId45"/>
    <p:sldId id="466" r:id="rId46"/>
    <p:sldId id="467" r:id="rId47"/>
    <p:sldId id="468" r:id="rId48"/>
    <p:sldId id="445" r:id="rId49"/>
    <p:sldId id="451" r:id="rId50"/>
    <p:sldId id="452" r:id="rId51"/>
    <p:sldId id="453" r:id="rId52"/>
    <p:sldId id="454" r:id="rId53"/>
    <p:sldId id="455" r:id="rId54"/>
    <p:sldId id="456" r:id="rId55"/>
    <p:sldId id="446" r:id="rId56"/>
    <p:sldId id="447" r:id="rId57"/>
    <p:sldId id="448" r:id="rId58"/>
    <p:sldId id="449" r:id="rId59"/>
    <p:sldId id="450" r:id="rId60"/>
    <p:sldId id="457" r:id="rId61"/>
    <p:sldId id="458" r:id="rId62"/>
    <p:sldId id="459" r:id="rId63"/>
    <p:sldId id="460" r:id="rId64"/>
    <p:sldId id="461" r:id="rId65"/>
    <p:sldId id="462" r:id="rId66"/>
    <p:sldId id="469" r:id="rId67"/>
    <p:sldId id="470" r:id="rId6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3B03DF-1E7A-7C14-1C77-79D48C6FE435}"/>
              </a:ext>
            </a:extLst>
          </p:cNvPr>
          <p:cNvSpPr txBox="1"/>
          <p:nvPr/>
        </p:nvSpPr>
        <p:spPr>
          <a:xfrm>
            <a:off x="0" y="258901"/>
            <a:ext cx="121920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200" b="1" dirty="0">
                <a:solidFill>
                  <a:schemeClr val="accent5"/>
                </a:solidFill>
              </a:rPr>
              <a:t>SENSITIVITY ANALYSIS OF </a:t>
            </a:r>
            <a:r>
              <a:rPr lang="en-US" sz="4200" b="1">
                <a:solidFill>
                  <a:schemeClr val="accent5"/>
                </a:solidFill>
              </a:rPr>
              <a:t>POST-FIRE SINGLE-DEGREE-FREEDOM </a:t>
            </a:r>
            <a:r>
              <a:rPr lang="en-US" sz="4200" b="1" dirty="0">
                <a:solidFill>
                  <a:schemeClr val="accent5"/>
                </a:solidFill>
              </a:rPr>
              <a:t>(SDOF) STRUCTURES USING INCREMENTAL DYNAMIC ANAYSIS EFFECTS OF INTIAL DISPLACEMENT, STRUCTURAL ELASTIC STIFFNESS, STRUCTURAL DUCTILITY RATIO AND OVER-STRENGTH FACTOR ON OUTPUT KEY PARAMETERS SUCH AS EQUIVALENT VISCOUS DAMPING RATIO FROM NONLINEAR DYNAMIC ANALYSES USING PYTHON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9C51-19BD-709E-1E88-01EDF1CA9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4AF84-5305-44AC-59A7-3C7F995C2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2964"/>
            <a:ext cx="12192000" cy="399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467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EE91-EF6C-8426-0BBC-F4615455B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D90862-4774-0013-DA2F-3CD955523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9650"/>
            <a:ext cx="12192000" cy="31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43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1840-0B1F-397D-B5FA-06C5A1DEB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7146D6F-2CFD-BD1B-6C67-E8729848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193" y="228600"/>
            <a:ext cx="815761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74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7D81-437E-CD66-E907-596CBB53C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839C4D-E105-5D21-D04C-04597E1A3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0B35B9-678F-FBB1-3D5D-07CD0C768B90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01</a:t>
            </a:r>
          </a:p>
        </p:txBody>
      </p:sp>
    </p:spTree>
    <p:extLst>
      <p:ext uri="{BB962C8B-B14F-4D97-AF65-F5344CB8AC3E}">
        <p14:creationId xmlns:p14="http://schemas.microsoft.com/office/powerpoint/2010/main" val="1387389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59E2-F012-4E41-3343-A51CCB8DF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A4F6A4-8607-5951-4AA3-891FB2E6D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BEFE2A-B1E3-2478-1ECF-17F5BCB697E1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02</a:t>
            </a:r>
          </a:p>
        </p:txBody>
      </p:sp>
    </p:spTree>
    <p:extLst>
      <p:ext uri="{BB962C8B-B14F-4D97-AF65-F5344CB8AC3E}">
        <p14:creationId xmlns:p14="http://schemas.microsoft.com/office/powerpoint/2010/main" val="1235629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FF7A4-C61A-5F38-6683-E265FB1DF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112492-1B4E-07E2-F869-4579B939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2572DE-ACB2-F449-7B69-B78A3105D5C7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03</a:t>
            </a:r>
          </a:p>
        </p:txBody>
      </p:sp>
    </p:spTree>
    <p:extLst>
      <p:ext uri="{BB962C8B-B14F-4D97-AF65-F5344CB8AC3E}">
        <p14:creationId xmlns:p14="http://schemas.microsoft.com/office/powerpoint/2010/main" val="3727533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52F22-C8B0-8A85-DF7F-E4767D66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5B92AD-5FB8-E12B-7149-2ACCA54F9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8781DF-922D-0FDE-14BE-38A96132CF78}"/>
              </a:ext>
            </a:extLst>
          </p:cNvPr>
          <p:cNvSpPr txBox="1"/>
          <p:nvPr/>
        </p:nvSpPr>
        <p:spPr>
          <a:xfrm>
            <a:off x="3343276" y="1285876"/>
            <a:ext cx="285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5"/>
                </a:solidFill>
              </a:rPr>
              <a:t>ELEMENT 04</a:t>
            </a:r>
          </a:p>
        </p:txBody>
      </p:sp>
    </p:spTree>
    <p:extLst>
      <p:ext uri="{BB962C8B-B14F-4D97-AF65-F5344CB8AC3E}">
        <p14:creationId xmlns:p14="http://schemas.microsoft.com/office/powerpoint/2010/main" val="2816626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57251" y="2151727"/>
            <a:ext cx="100012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solidFill>
                  <a:schemeClr val="accent5"/>
                </a:solidFill>
              </a:rPr>
              <a:t>INCREMENTAL DYNAMIC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738D46-CDBE-EC9D-2683-CCB549019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547"/>
            <a:ext cx="12192000" cy="6614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98BE8-796F-AFE9-5C74-BCB62B16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2543B8-8295-3A72-4CB0-0B195F3EB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20"/>
            <a:ext cx="12192000" cy="658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89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4A20-02B5-F790-E24F-3264C06ED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EF84E-CA20-A8BE-7E1F-9D35C8C7B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676" y="771388"/>
            <a:ext cx="87126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51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46420-1B90-7138-3DD4-9285B51FA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BD206-A2DE-CD21-32B5-705164E89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478" y="276063"/>
            <a:ext cx="861104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691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A8EF8-A301-2C77-DA9E-24FC14308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D42C12-70D3-F65A-7AD0-DC8C8B396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43" y="771388"/>
            <a:ext cx="8064914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63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0E21-110D-EE61-0213-BC4273AE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A233DD-1B48-8BD5-0EBA-8A74A4771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055" y="276063"/>
            <a:ext cx="8553890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1942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49F46-71FC-D277-5DEB-F7FB0758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4ADB94-194D-7291-235D-A4BA2D69E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030" y="771388"/>
            <a:ext cx="7575939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211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46A8E-FDE3-B634-D12F-BEB05601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302C79-C1AE-E828-BE13-BEC004FD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29" y="276063"/>
            <a:ext cx="85729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03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A70DF-77E7-8312-700E-941CAA85E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F5CD27-1700-7F76-2F19-B56460F65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476" y="771388"/>
            <a:ext cx="774104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557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65B61-2438-C20F-0E0D-6A732E440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CDF4587-F690-66D6-E49F-C84ED830C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29" y="276063"/>
            <a:ext cx="85729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87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47834-C5E7-6A73-2B57-7A790059F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5A1330-E699-14FB-7AD7-9D6C8538C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45" y="771388"/>
            <a:ext cx="6991709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57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C4B7A-FCB4-85E7-EED6-33B845A0A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4939A6-BD70-0E83-CE72-1CAE1D1C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03" y="276063"/>
            <a:ext cx="861739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15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5999A-6EAA-8FAC-DDC7-268A5C1CF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BDD332-E4FA-814D-34B4-9DD13F67B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97" y="771388"/>
            <a:ext cx="6902805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6168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A6B7-E41F-6B91-C6BF-45BAE6F89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CDC137-61AA-48B3-7FAD-27B5FCAF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30" y="276063"/>
            <a:ext cx="85475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62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0B51A-406B-47F0-2621-AEABDC58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088288-8F2C-C13F-FD37-0C86DA47B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336" y="771388"/>
            <a:ext cx="7347328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901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0F1FA-AE7B-1661-9F86-4C12CDF5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B3DD1D-A040-A52B-FB2C-2DE1E985A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79" y="276063"/>
            <a:ext cx="85856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18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0B16B-BCAE-EC82-EB83-E4725B41D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28E575-F60A-14F9-61BC-7F8DD236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771388"/>
            <a:ext cx="6324925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37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EE24-9D45-D4CC-A383-D5F7AF21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D4B2B4-29C3-F88E-4BF1-F7495CF58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953" y="276063"/>
            <a:ext cx="863009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2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9274A-808E-82BC-031F-3BA271C0D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80B8C1-1231-A9DD-79C1-20FCC1D6A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327" y="771388"/>
            <a:ext cx="6731346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877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37CF-6163-DCEE-ABF0-372319C5A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C86527-9437-DA71-411F-4054D2DB4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79" y="276063"/>
            <a:ext cx="85856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45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8DD1-0A90-5344-B42C-5ABCC4F0C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C3083B-8ACB-ADC3-1F47-76F181BD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37" y="771388"/>
            <a:ext cx="7296525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668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3224F-1C46-1674-7214-5DE17BEA9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14F8EE-B06B-525C-0205-D00DB01AF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348" y="276063"/>
            <a:ext cx="883330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76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F1D7E-31CC-0171-C40D-360A12FEF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A5505E-19FC-35D4-DB1E-C470767B1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728" y="777738"/>
            <a:ext cx="6680543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735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6E0D0-2459-8F0C-75B4-531A6525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46910B-6B94-E3C5-3E23-61C14DA87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30" y="276063"/>
            <a:ext cx="85475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173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1E2E-33A3-E2B6-C13F-9B538F03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A26054-9C7D-DCEB-67EB-E14E955EE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190" y="777738"/>
            <a:ext cx="7207620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94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ECF45-BA7B-E23D-653E-624D51E6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14F71E-DF69-2B93-A211-AE4AB562F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79" y="276063"/>
            <a:ext cx="85856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834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37C76-FD1B-D8A4-6824-9F3CBCB52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EC4F01-7509-F1CC-6C38-138959F42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391" y="777738"/>
            <a:ext cx="618521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95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6192-BF22-8682-4591-F69725B6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5271C1-71D1-42D6-2F5E-DF4CF4818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230" y="276063"/>
            <a:ext cx="85475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3027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32FD-2158-3EFA-D4C4-77BE54E4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3828F6-A6F8-8B2B-B40F-C832B3D71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180" y="777738"/>
            <a:ext cx="6591639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148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7CFC9-8278-9F5A-8421-C76C2AA3A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FCE420-7BB3-013C-AE0D-1FFB7FDE3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79" y="276063"/>
            <a:ext cx="85856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559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39285-DEE7-01B4-131B-BC7528405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9452CAE-0D12-CC17-221D-6948C5B4D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591" y="777738"/>
            <a:ext cx="7156818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885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BD112-0B29-3C09-8807-66BD515FB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F6CDA6-6BEC-D9FC-A9DC-B3BA8443F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348" y="276063"/>
            <a:ext cx="8833304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06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8AA0F-A905-6F6B-5BC0-089DD9638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11B52-C55C-C709-6509-5772C557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10" y="777738"/>
            <a:ext cx="7391780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661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641E0-BDCC-A9DF-0BA4-A4895EFFF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D99729-543B-7C21-210D-F10DA65C1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580" y="276063"/>
            <a:ext cx="8534839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7894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3738-C807-9FFF-DB18-CB92B66E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79E8AA-C2DD-2882-7BF0-12357190A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622" y="777738"/>
            <a:ext cx="7880755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744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12F47-1D6E-E29A-3727-8B67D84A6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A74C59-328E-63BA-544A-183E3FCAE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529" y="276063"/>
            <a:ext cx="8572941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1263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BF17-CEE8-94FF-7EBB-D5DD271C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770F7B-C786-F401-5963-76D5106C6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303" y="777738"/>
            <a:ext cx="8617393" cy="530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792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831A3-856E-E6FE-7C40-64A20503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6D72-4328-7FBA-9303-DEFF9F1DA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698" y="276063"/>
            <a:ext cx="8820603" cy="630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082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2090-9750-0BEF-E705-77758A0D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ED86CA-036F-19DE-A467-7A6F1CA9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22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2187-5E8E-8B9A-99DF-47B4BA4F2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8446AE-79D5-71B9-A149-FDA821F1B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985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8B1D-92CA-5B10-1AE1-5FF772B13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79A938-58BC-AAE2-E105-72DD2D819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9272" y="936497"/>
            <a:ext cx="789345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5235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3BB7-7026-3452-550B-5E641A8CA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8667F8-D06A-B9A3-D129-E5070B813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5490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F7F4B-5D13-30D7-E9E1-9D387D099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2433C1-D0EE-1CB6-D659-6FEC5880F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11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7199-88F2-C95D-D3FC-EF54896C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5434A3-553B-4EEE-2C84-44AB21C3C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812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07224-192A-DD84-0A49-8CAEF95C3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EC9C7F-E77B-DB7E-7BB9-4FB9D1C9B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850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DDA30-4FF2-6D82-08E8-2BF1FCB6B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B274C8-8E6F-3697-682C-7899D4AE8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0253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40EAC-080E-EFCD-E2F1-D37C6AE63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1429CB-AFDD-B51A-86C7-25D77C14D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2237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08C5B-AC86-53F6-414D-873D1F22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210054E-5900-7DC7-1482-DE274B5C5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348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9A4B7-2ACF-8486-92F2-691305A62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C0B272-F524-37CD-96EE-F03BE6E38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654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50F8A-D140-340A-AB7B-19B6D4452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CEFA51-4FE4-6F6C-9594-86FE4E565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405" y="936497"/>
            <a:ext cx="8541189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496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36A9D-6D1E-537E-D1D1-DFF5D9F1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CCB85B-994D-7806-7B4C-7430252BF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654" y="936497"/>
            <a:ext cx="860469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730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D584-7A69-3C24-97AF-5DA120EF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4AADCE-EF39-94E6-F78D-72F8172F9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320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B04C0-E1D8-8F56-A354-D2E4ED54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D96600-BEB5-A316-31E9-4DF5710E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549" y="936497"/>
            <a:ext cx="781090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7594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5AAB1-EF46-4A9B-55B4-65467DFA4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6AAF6B-6059-8621-D590-8F3FEF4A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884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1FED-4412-76EB-A702-6C4C5B19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005328-4C04-455A-969C-83EC8ADB8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636" y="0"/>
            <a:ext cx="6734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134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F7FBC-BA1C-C3B9-80B4-2AD1A34F9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9994A-A92C-1C5D-AC8B-EE0D8B0F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66" y="733286"/>
            <a:ext cx="71504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1055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992D-1647-D95F-BB2F-FD7462ACB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CFD9F0-45D5-6E29-3555-5A70C1B4F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3296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676F-4CB9-BE3E-E694-5667575A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87C44B-64BA-FB1B-8EAD-842022BAB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76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82</Words>
  <Application>Microsoft Office PowerPoint</Application>
  <PresentationFormat>Widescreen</PresentationFormat>
  <Paragraphs>8</Paragraphs>
  <Slides>67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184</cp:revision>
  <cp:lastPrinted>2026-03-23T10:01:33Z</cp:lastPrinted>
  <dcterms:created xsi:type="dcterms:W3CDTF">2025-06-03T10:37:48Z</dcterms:created>
  <dcterms:modified xsi:type="dcterms:W3CDTF">2026-08-10T21:44:59Z</dcterms:modified>
</cp:coreProperties>
</file>