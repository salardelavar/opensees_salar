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79" r:id="rId4"/>
    <p:sldId id="259" r:id="rId5"/>
    <p:sldId id="399" r:id="rId6"/>
    <p:sldId id="400" r:id="rId7"/>
    <p:sldId id="401" r:id="rId8"/>
    <p:sldId id="398" r:id="rId9"/>
    <p:sldId id="323" r:id="rId10"/>
    <p:sldId id="302" r:id="rId11"/>
    <p:sldId id="324" r:id="rId12"/>
    <p:sldId id="306" r:id="rId13"/>
    <p:sldId id="336" r:id="rId14"/>
    <p:sldId id="346" r:id="rId15"/>
    <p:sldId id="354" r:id="rId16"/>
    <p:sldId id="355" r:id="rId17"/>
    <p:sldId id="304" r:id="rId18"/>
    <p:sldId id="261" r:id="rId19"/>
    <p:sldId id="325" r:id="rId20"/>
    <p:sldId id="337" r:id="rId21"/>
    <p:sldId id="347" r:id="rId22"/>
    <p:sldId id="356" r:id="rId23"/>
    <p:sldId id="357" r:id="rId24"/>
    <p:sldId id="403" r:id="rId25"/>
    <p:sldId id="308" r:id="rId26"/>
    <p:sldId id="265" r:id="rId27"/>
    <p:sldId id="326" r:id="rId28"/>
    <p:sldId id="266" r:id="rId29"/>
    <p:sldId id="309" r:id="rId30"/>
    <p:sldId id="348" r:id="rId31"/>
    <p:sldId id="358" r:id="rId32"/>
    <p:sldId id="359" r:id="rId33"/>
    <p:sldId id="311" r:id="rId34"/>
    <p:sldId id="312" r:id="rId35"/>
    <p:sldId id="327" r:id="rId36"/>
    <p:sldId id="313" r:id="rId37"/>
    <p:sldId id="314" r:id="rId38"/>
    <p:sldId id="315" r:id="rId39"/>
    <p:sldId id="349" r:id="rId40"/>
    <p:sldId id="360" r:id="rId41"/>
    <p:sldId id="361" r:id="rId42"/>
    <p:sldId id="263" r:id="rId43"/>
    <p:sldId id="329" r:id="rId44"/>
    <p:sldId id="268" r:id="rId45"/>
    <p:sldId id="269" r:id="rId46"/>
    <p:sldId id="342" r:id="rId47"/>
    <p:sldId id="374" r:id="rId48"/>
    <p:sldId id="375" r:id="rId49"/>
    <p:sldId id="363" r:id="rId50"/>
    <p:sldId id="384" r:id="rId51"/>
    <p:sldId id="385" r:id="rId52"/>
    <p:sldId id="386" r:id="rId53"/>
    <p:sldId id="387" r:id="rId54"/>
    <p:sldId id="388" r:id="rId55"/>
    <p:sldId id="389" r:id="rId56"/>
    <p:sldId id="397" r:id="rId57"/>
    <p:sldId id="320" r:id="rId58"/>
    <p:sldId id="275" r:id="rId59"/>
    <p:sldId id="328" r:id="rId60"/>
    <p:sldId id="276" r:id="rId61"/>
    <p:sldId id="343" r:id="rId62"/>
    <p:sldId id="350" r:id="rId63"/>
    <p:sldId id="362" r:id="rId64"/>
    <p:sldId id="364" r:id="rId65"/>
    <p:sldId id="366" r:id="rId66"/>
    <p:sldId id="390" r:id="rId67"/>
    <p:sldId id="391" r:id="rId68"/>
    <p:sldId id="392" r:id="rId69"/>
    <p:sldId id="393" r:id="rId70"/>
    <p:sldId id="394" r:id="rId71"/>
    <p:sldId id="402" r:id="rId72"/>
    <p:sldId id="395" r:id="rId73"/>
    <p:sldId id="371" r:id="rId74"/>
    <p:sldId id="396" r:id="rId75"/>
    <p:sldId id="372" r:id="rId76"/>
    <p:sldId id="365" r:id="rId77"/>
    <p:sldId id="373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212735"/>
            <a:ext cx="121920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POST-FIRE SINGLE-DEGREE-FREEDOM WITH FOUR ELEMENTS STRUCTURE (SDOF) 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9AEB2-3856-041B-F7E6-1B3018BDA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964"/>
            <a:ext cx="12192000" cy="399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EE91-EF6C-8426-0BBC-F4615455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90862-4774-0013-DA2F-3CD95552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650"/>
            <a:ext cx="12192000" cy="31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8DAEEB-7263-1067-48E2-9FB2BBDFC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5B2962-B2BE-C587-8668-AC2451CB83BD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9111-A9B5-3673-77D3-AB269B5F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C51D8-C80F-EF8A-6BBF-8A2E602F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EF34A9-5C39-AB81-C641-838EBF22A2FF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415833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CB61-494B-B3F6-DEE4-C9BD2EBC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2C940-5F4E-E536-3D6B-F189DD834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83BF2C-A572-4671-93DA-2267C76D8757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214348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CB769-95F8-EECC-F1B0-36104FDA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65C47-BF65-F13A-06BB-8EBE0654D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198" y="0"/>
            <a:ext cx="831560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5E0DD6-7BBD-3D3A-6539-8321CB5B2E51}"/>
              </a:ext>
            </a:extLst>
          </p:cNvPr>
          <p:cNvSpPr txBox="1"/>
          <p:nvPr/>
        </p:nvSpPr>
        <p:spPr>
          <a:xfrm>
            <a:off x="3257550" y="1143000"/>
            <a:ext cx="2700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996793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DF0BB-1B03-76A1-3521-40DA988A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4A2301-9176-737C-F9D2-A169962ABDA5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221320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07B44F-E102-FF93-6EF4-4ADF00ED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32"/>
            <a:ext cx="12192000" cy="661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D5E662-4C4A-E0DD-023A-6C7C2BCFA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D1BF2B-1C87-0AB5-3084-AC19314A2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496F7-9F66-C909-4178-0AC502ED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1AB2B-49CF-62EF-2BA8-644F5875D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66EC2E-53A6-EF17-CD7A-A660BB567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64EBC7-8D2E-921A-936C-4D280214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092064-2452-3259-CB66-01AE2C4DB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8"/>
            <a:ext cx="12192000" cy="663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2406D4-EBD0-1841-432C-B86F5C0F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A3D39A-2AFE-1703-3958-EEE82C21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B4B7FA-3AC5-AB81-BF6B-61EDF928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435D34-7D5A-910B-30DD-6AA56E76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21960-3944-D6A6-3738-DD6877F7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0723E-5975-6983-D6C0-6C93D033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780E23-C64D-9436-B5C3-16A97CC1A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8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53A356-ADFC-A12D-8F81-729672EB1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81"/>
            <a:ext cx="12192000" cy="653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69224-818D-0D8A-326A-8A05C4C2F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59FE7E-35EF-45E3-A5D3-DF03F0F26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24C57-FB50-853B-AE88-B5D4156A4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26EC6-7F00-78D2-3AAA-88634633F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1E5C4-E6AF-5008-F8CE-B4C3F31E6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04501-470F-C5B7-1F64-2149EBF89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33A1FC-33AD-FEFD-C974-3AB758DA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234786"/>
            <a:ext cx="954454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E877AA-1E9D-06DE-D081-ABF6AA84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6F7DA5-42EC-1D37-6920-AD3BD4B82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81" y="234786"/>
            <a:ext cx="9481037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21EB56-6697-5AA8-F9EC-A24B6C1E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37EFAB-8957-6862-8670-F84E1548D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5097F-05DF-FE17-117E-8F043E969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780" y="234786"/>
            <a:ext cx="950643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C24DD-987E-752F-7A23-5E9867C2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3F282-46CE-D09A-B64B-C7CA8805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79" y="234786"/>
            <a:ext cx="958264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AFA85-7E05-8D5E-4057-E9B1A0BBD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3A5AF-CA8A-3C06-55B7-6C79A9523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C234-7D52-78C4-CB39-394D676D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2C9A9E-36A5-63AA-2C2E-0EF76B36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41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2D43-838B-09BE-5292-CCF1DBF5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716FE2-D9A7-7979-96B6-A05FF17B3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027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2D843A-D173-C612-710D-B2B22A72B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28" y="234786"/>
            <a:ext cx="962074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2CFC-E90C-12CA-1D85-B6E9FD85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5CD6F3-255C-E313-C2A8-5A43B55E1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061" y="936497"/>
            <a:ext cx="829987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24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C5C4-5D4C-0120-61D8-F69D3DC9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CD05E9-AA1F-D667-DF4C-B1535C996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97" y="936497"/>
            <a:ext cx="789980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686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103E-5F62-FBDB-2336-B64BE9B3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5EE728-4519-7484-1C03-5BAF5FC60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72" y="936497"/>
            <a:ext cx="78934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108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68276-B7BA-1507-15C4-41C551DF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A0D1F0-B980-C8DA-6A5C-ECA2AF1B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59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B2D2-7E89-77AC-7A43-142FC3C3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C539D5-4D1A-B968-5F6E-90F088AC2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1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3998-FE6F-7004-9C51-6CA67A7C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43A9B3-4491-A293-DBFB-618F532D5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863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6036A-3E47-7151-7FB4-A8E61317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D457DB-4D2C-0FAC-CE7C-692A4AB8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368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09647-D478-03D8-3A37-5630CAC23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07"/>
            <a:ext cx="12192000" cy="65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C67700-3F01-C214-6F15-C9E3D9467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791F0-C60F-C0FA-0A85-DF48CD76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2D0DD-65F4-ACE3-8C6A-4A5D70FBE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62A2F-EB18-C43C-E9A3-B78453C51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93DDF-3414-EC17-66B3-EB4E5A085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8640D-47AB-4AF0-22EC-103F34F1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58DDB-C220-D039-AD06-E28E67A4F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936497"/>
            <a:ext cx="777279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0D49-E8B2-733E-A4B2-CBF3CF2B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9D98A8-B867-3E86-3330-76BFAF215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030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27B2A-0BE4-17C3-2419-487C9120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D2FBFB-4ACB-4186-B462-BC3C48EA9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93" y="936497"/>
            <a:ext cx="805221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457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7DA9-AEA4-A3FA-240E-2FDB0760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7B7F21-0F4A-0EC5-9DD4-32F2CC15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8597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91FE-5607-AFEC-9FD8-6073AC41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DECCB6-1B96-142E-8C39-B76189B3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22" y="936497"/>
            <a:ext cx="79061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095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88EE-EC8F-AFFD-E1F9-42CA2039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6204F1-54E0-E6BE-5DBB-11E8B198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04" y="936497"/>
            <a:ext cx="762039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694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1306-D343-54A3-A6BE-BFEA01C4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9548F-BAE9-76F9-7AC2-2FF966FF8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181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6D04-A951-15E0-4D5A-AAC1F989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62B555-B06C-6D49-1835-4B304A595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701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907E-D7E9-88E6-0CC8-667EF3F3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94755A-D8EE-5CD2-CC47-EA98FCDB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135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E4C6-F6A6-4096-262C-F7F1BAF9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126033-2435-8C3B-E0A7-E9D4EA8B80D3}"/>
              </a:ext>
            </a:extLst>
          </p:cNvPr>
          <p:cNvSpPr txBox="1"/>
          <p:nvPr/>
        </p:nvSpPr>
        <p:spPr>
          <a:xfrm>
            <a:off x="0" y="2305615"/>
            <a:ext cx="121920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721831.00 </a:t>
            </a:r>
            <a:r>
              <a:rPr lang="en-US" sz="2800" b="1" dirty="0" err="1">
                <a:solidFill>
                  <a:schemeClr val="accent3"/>
                </a:solidFill>
              </a:rPr>
              <a:t>N·m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483047.93 </a:t>
            </a:r>
            <a:r>
              <a:rPr lang="en-US" sz="2800" b="1" dirty="0" err="1">
                <a:solidFill>
                  <a:schemeClr val="accent3"/>
                </a:solidFill>
              </a:rPr>
              <a:t>N·m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	FOR EVALUATION OF DISSIPATED ENERGY CAPACITY INDEX: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CHECK THE CYCLIC DISPLACEMENT ANALYSIS AND IF IT IS POSSIBLE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		INCREASE THE DISPLACEMENT.</a:t>
            </a:r>
          </a:p>
        </p:txBody>
      </p:sp>
    </p:spTree>
    <p:extLst>
      <p:ext uri="{BB962C8B-B14F-4D97-AF65-F5344CB8AC3E}">
        <p14:creationId xmlns:p14="http://schemas.microsoft.com/office/powerpoint/2010/main" val="41215081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FB10-D2A6-2554-D30D-41526819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CD23C6-3304-9A2A-A6BD-B0B321915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213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0E7C3E-5160-804E-3F4E-56BBB07C9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FF1A-66D3-13C2-AD34-18944328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FCFB2-939E-F82F-65D1-AACB418614DA}"/>
              </a:ext>
            </a:extLst>
          </p:cNvPr>
          <p:cNvSpPr txBox="1"/>
          <p:nvPr/>
        </p:nvSpPr>
        <p:spPr>
          <a:xfrm>
            <a:off x="3124435" y="920621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[3.03616555e-02 2.50028233e+05]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[4.12000000e-01 8.82763002e+04]]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8235000.00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214262.86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-423835.64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13.57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0.35</a:t>
            </a:r>
          </a:p>
          <a:p>
            <a:r>
              <a:rPr lang="en-US" sz="1600" b="1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>
                <a:solidFill>
                  <a:schemeClr val="accent3"/>
                </a:solidFill>
              </a:rPr>
              <a:t>Over </a:t>
            </a:r>
            <a:r>
              <a:rPr lang="en-US" sz="1600" b="1" dirty="0">
                <a:solidFill>
                  <a:schemeClr val="accent3"/>
                </a:solidFill>
              </a:rPr>
              <a:t>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0.3531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13.5697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13.5697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4.7910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X Direction: 58.1248 (%)</a:t>
            </a:r>
          </a:p>
        </p:txBody>
      </p:sp>
    </p:spTree>
    <p:extLst>
      <p:ext uri="{BB962C8B-B14F-4D97-AF65-F5344CB8AC3E}">
        <p14:creationId xmlns:p14="http://schemas.microsoft.com/office/powerpoint/2010/main" val="620653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242</Words>
  <Application>Microsoft Office PowerPoint</Application>
  <PresentationFormat>Widescreen</PresentationFormat>
  <Paragraphs>40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180</cp:revision>
  <cp:lastPrinted>2026-07-17T20:27:55Z</cp:lastPrinted>
  <dcterms:created xsi:type="dcterms:W3CDTF">2025-06-03T10:37:48Z</dcterms:created>
  <dcterms:modified xsi:type="dcterms:W3CDTF">2026-07-20T13:21:53Z</dcterms:modified>
</cp:coreProperties>
</file>