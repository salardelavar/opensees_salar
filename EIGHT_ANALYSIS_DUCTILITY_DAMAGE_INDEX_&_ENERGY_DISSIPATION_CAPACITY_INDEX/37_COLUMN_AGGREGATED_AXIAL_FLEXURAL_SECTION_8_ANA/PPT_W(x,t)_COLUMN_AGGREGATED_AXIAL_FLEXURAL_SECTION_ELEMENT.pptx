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22" r:id="rId5"/>
    <p:sldId id="341" r:id="rId6"/>
    <p:sldId id="360" r:id="rId7"/>
    <p:sldId id="259" r:id="rId8"/>
    <p:sldId id="323" r:id="rId9"/>
    <p:sldId id="303" r:id="rId10"/>
    <p:sldId id="302" r:id="rId11"/>
    <p:sldId id="324" r:id="rId12"/>
    <p:sldId id="306" r:id="rId13"/>
    <p:sldId id="336" r:id="rId14"/>
    <p:sldId id="342" r:id="rId15"/>
    <p:sldId id="304" r:id="rId16"/>
    <p:sldId id="261" r:id="rId17"/>
    <p:sldId id="325" r:id="rId18"/>
    <p:sldId id="337" r:id="rId19"/>
    <p:sldId id="396" r:id="rId20"/>
    <p:sldId id="343" r:id="rId21"/>
    <p:sldId id="308" r:id="rId22"/>
    <p:sldId id="387" r:id="rId23"/>
    <p:sldId id="326" r:id="rId24"/>
    <p:sldId id="266" r:id="rId25"/>
    <p:sldId id="386" r:id="rId26"/>
    <p:sldId id="388" r:id="rId27"/>
    <p:sldId id="311" r:id="rId28"/>
    <p:sldId id="312" r:id="rId29"/>
    <p:sldId id="327" r:id="rId30"/>
    <p:sldId id="313" r:id="rId31"/>
    <p:sldId id="314" r:id="rId32"/>
    <p:sldId id="366" r:id="rId33"/>
    <p:sldId id="367" r:id="rId34"/>
    <p:sldId id="368" r:id="rId35"/>
    <p:sldId id="369" r:id="rId36"/>
    <p:sldId id="370" r:id="rId37"/>
    <p:sldId id="389" r:id="rId38"/>
    <p:sldId id="390" r:id="rId39"/>
    <p:sldId id="391" r:id="rId40"/>
    <p:sldId id="263" r:id="rId41"/>
    <p:sldId id="268" r:id="rId42"/>
    <p:sldId id="329" r:id="rId43"/>
    <p:sldId id="269" r:id="rId44"/>
    <p:sldId id="270" r:id="rId45"/>
    <p:sldId id="332" r:id="rId46"/>
    <p:sldId id="333" r:id="rId47"/>
    <p:sldId id="339" r:id="rId48"/>
    <p:sldId id="271" r:id="rId49"/>
    <p:sldId id="274" r:id="rId50"/>
    <p:sldId id="361" r:id="rId51"/>
    <p:sldId id="392" r:id="rId52"/>
    <p:sldId id="320" r:id="rId53"/>
    <p:sldId id="275" r:id="rId54"/>
    <p:sldId id="328" r:id="rId55"/>
    <p:sldId id="276" r:id="rId56"/>
    <p:sldId id="277" r:id="rId57"/>
    <p:sldId id="344" r:id="rId58"/>
    <p:sldId id="279" r:id="rId59"/>
    <p:sldId id="345" r:id="rId60"/>
    <p:sldId id="346" r:id="rId61"/>
    <p:sldId id="353" r:id="rId62"/>
    <p:sldId id="393" r:id="rId63"/>
    <p:sldId id="394" r:id="rId64"/>
    <p:sldId id="383" r:id="rId65"/>
    <p:sldId id="362" r:id="rId66"/>
    <p:sldId id="364" r:id="rId67"/>
    <p:sldId id="365" r:id="rId68"/>
    <p:sldId id="395" r:id="rId69"/>
    <p:sldId id="363" r:id="rId70"/>
    <p:sldId id="356" r:id="rId71"/>
    <p:sldId id="385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8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STEEL COLUMN: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2677B-8DC1-FD86-6BB6-1647006E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3" y="0"/>
            <a:ext cx="11798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1443-0D68-F191-B64D-FF4B5B00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B8B5D4-FF01-C4B9-98E3-E7B974D5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794"/>
            <a:ext cx="12192000" cy="583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5455AC-C1DB-C5C4-AD15-C8231503D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25" y="365760"/>
            <a:ext cx="6333238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6180C7-E9D3-5623-77ED-A24CE57F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24"/>
            <a:ext cx="12192000" cy="651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3AA9-868D-F4DC-823A-10F4CCD9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DB3D6-4584-104B-C81F-6D2E8BE05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078"/>
            <a:ext cx="12192000" cy="647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C3E44-7B20-9687-8E39-CA7F5D8A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02"/>
            <a:ext cx="12192000" cy="65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798857-28AE-195A-9691-1402BA82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5A60C4-25AB-AD36-E834-4A10F810D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45"/>
            <a:ext cx="12192000" cy="646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0896E2-0313-F5B4-A85E-635B1E277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7D440-B672-0B53-91CB-53F48DA57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D701B1-E5BD-0C4D-51CE-8A3BC08E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704EC-9FA8-3E18-C4EF-67E8A7E4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DAD50-0FFB-E3DF-89E9-FBE4F263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5893FB-C88D-FB69-6DAB-8FF3A43C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A929-448C-18BD-D097-27FF2F6B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6CF8A0-3CBA-FBB4-C55B-8A628ECC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8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367AF-8498-0DCA-513B-9DEA892AB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7D0F-B8DB-A395-41FC-A3B7F301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6FACD-6FA6-905A-0735-31809A927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02"/>
            <a:ext cx="12192000" cy="65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73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062B10-BC63-F04B-6A37-DF2A9080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6580-FE53-D216-03FF-C65A4DAE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25EE39-C833-229E-1200-979A625E8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89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A63D-FD8B-4838-77AA-226B3CE0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2A56E-0EEE-04C3-6584-FB220D2D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5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D368EB-FD09-9464-7B37-B88AF35A9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96"/>
            <a:ext cx="12192000" cy="65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45B5B2-2EE4-1C26-FFC4-C3D5D643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61BEB6-6260-E48D-7B57-C25FAEB8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ED38-FAE8-EB9D-C3BB-1ED22AFE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1226D-D231-1989-13F5-0ADBCE6D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19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31A-7726-6DC3-118B-DC41BC3C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F76E63-0D92-0835-70AB-A44D4A027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889" y="733286"/>
            <a:ext cx="917622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36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D589-4244-2EEA-1915-BD6BEA51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713E14-6B1F-9917-92C5-5A3C7328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4" y="733286"/>
            <a:ext cx="918257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44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708D-DC91-3BA4-1D57-0E7FA067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98CB8E-A0E6-3FFD-9B6B-C52D721A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733286"/>
            <a:ext cx="92714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73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3354-FBA4-160D-7D43-DAB3B2AF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D0D530-DBAF-817F-2649-39F31F051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733286"/>
            <a:ext cx="93667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55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057D-ADC3-7752-F17F-99ECB204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9905A-A12E-2958-6BC3-0BC3FD41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30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9D59-D24B-E71F-2761-5B727FE53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52DD5-7306-C146-C042-9C08E08B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366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B7DE-892F-6227-1D0E-BFF9F63A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590E9E-2036-D100-CB37-72058AC8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87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F78F10-D819-733B-E35B-3B2315225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95"/>
            <a:ext cx="12192000" cy="65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ADEC0-3EC7-30E2-4B5A-76D6759E9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E1C029-FF09-F629-0074-EAB2B643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FF60E-765A-D39D-5B59-BA2DC051C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25DFD0-3736-0A8E-6BC3-2AB3CC59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E3AA12-8C61-A48D-763B-D9BC7F07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13B71-741A-01D4-2E54-B6D88019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0F672-6213-632D-8640-240C0C38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02406-3CA0-8E6F-F441-6F0122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4E7B-CF18-89DD-FB07-FA2EA723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34064-5437-B4EC-8734-2D324BDE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76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D996-42C4-3AF1-EDB0-C33EA789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7D46A-55FC-F281-5ECF-D967EAC2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16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23E0E-0F13-4DAF-5668-0B01172B8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0"/>
            <a:ext cx="12192000" cy="65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BC2FFC-3D18-3DF5-BB80-2D65F078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CC358D-F901-4D23-B925-A73774CA7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DE9B5D-FB2E-DD72-A24B-421B38CA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E8A48A-32C5-DDBA-B6EE-A44BA5DA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39855-2A4A-FAB4-4D70-6D574E3A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79D5FD-04AF-7188-3B44-B19058D6A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A17ED-7B24-C1F5-F702-AACC91D86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F2142-C3A3-F2F8-ACE4-6DDAAF7F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E99E-DEB3-74D4-9C6E-7236BC73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B7BE2-C79B-99E0-0D40-00A19729D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206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12D8-3F66-6818-AFDD-C7834F45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D7383-03B8-3BE6-93F7-B325FB38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144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007B-9D50-8205-2B50-7EE48B37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04CE8-7630-49C8-9FAA-9D3490F0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1" y="228600"/>
            <a:ext cx="120668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156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B384-BD4D-F927-2EE6-2A861A63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BA92F5-7E00-F5C0-D1F6-0D246EC3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748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EA16-E069-E79E-AF4F-F7E7AA32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15CB0-3AB3-06B6-524B-BC6BC342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759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D855-0B1F-A50A-154C-272F09C1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4BFB85-085D-F31F-31E9-9C0C1E13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44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483C-B787-6792-4072-8FD36E21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657161-951A-93C0-918C-8315B7322AF9}"/>
              </a:ext>
            </a:extLst>
          </p:cNvPr>
          <p:cNvSpPr txBox="1"/>
          <p:nvPr/>
        </p:nvSpPr>
        <p:spPr>
          <a:xfrm>
            <a:off x="0" y="2413482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27894474.12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240205340.80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11.613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2: MINOR DAMAGE</a:t>
            </a:r>
          </a:p>
        </p:txBody>
      </p:sp>
    </p:spTree>
    <p:extLst>
      <p:ext uri="{BB962C8B-B14F-4D97-AF65-F5344CB8AC3E}">
        <p14:creationId xmlns:p14="http://schemas.microsoft.com/office/powerpoint/2010/main" val="13575364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26C4-D0A6-B7E3-963F-73EF10E2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BD5272-F142-9B99-1956-D623B9C3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70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AAFAE4-558A-8B4D-42E1-931B22A8A764}"/>
              </a:ext>
            </a:extLst>
          </p:cNvPr>
          <p:cNvSpPr txBox="1"/>
          <p:nvPr/>
        </p:nvSpPr>
        <p:spPr>
          <a:xfrm>
            <a:off x="2331243" y="745809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[8.19232859e+01 1.88095150e+05]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[7.50000000e+02 2.23204874e+05]]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2295.99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297.61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52.55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9.15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1.19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1.0366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6.2001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6.2001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6.4271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12.0977 (%)</a:t>
            </a:r>
          </a:p>
        </p:txBody>
      </p:sp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D4B8-BDDA-3AF9-2537-30D61687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E418A-AEF0-D056-E078-A47B6550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0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217</Words>
  <Application>Microsoft Office PowerPoint</Application>
  <PresentationFormat>Widescreen</PresentationFormat>
  <Paragraphs>34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173</cp:revision>
  <cp:lastPrinted>2026-04-01T21:12:44Z</cp:lastPrinted>
  <dcterms:created xsi:type="dcterms:W3CDTF">2025-06-03T10:37:48Z</dcterms:created>
  <dcterms:modified xsi:type="dcterms:W3CDTF">2026-09-30T13:00:09Z</dcterms:modified>
</cp:coreProperties>
</file>