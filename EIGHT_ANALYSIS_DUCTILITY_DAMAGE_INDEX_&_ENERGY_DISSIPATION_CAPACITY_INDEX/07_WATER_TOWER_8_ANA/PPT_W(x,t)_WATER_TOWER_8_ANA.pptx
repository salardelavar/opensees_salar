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22" r:id="rId5"/>
    <p:sldId id="341" r:id="rId6"/>
    <p:sldId id="259" r:id="rId7"/>
    <p:sldId id="323" r:id="rId8"/>
    <p:sldId id="303" r:id="rId9"/>
    <p:sldId id="302" r:id="rId10"/>
    <p:sldId id="324" r:id="rId11"/>
    <p:sldId id="306" r:id="rId12"/>
    <p:sldId id="336" r:id="rId13"/>
    <p:sldId id="342" r:id="rId14"/>
    <p:sldId id="347" r:id="rId15"/>
    <p:sldId id="304" r:id="rId16"/>
    <p:sldId id="261" r:id="rId17"/>
    <p:sldId id="325" r:id="rId18"/>
    <p:sldId id="337" r:id="rId19"/>
    <p:sldId id="343" r:id="rId20"/>
    <p:sldId id="360" r:id="rId21"/>
    <p:sldId id="307" r:id="rId22"/>
    <p:sldId id="308" r:id="rId23"/>
    <p:sldId id="265" r:id="rId24"/>
    <p:sldId id="326" r:id="rId25"/>
    <p:sldId id="266" r:id="rId26"/>
    <p:sldId id="309" r:id="rId27"/>
    <p:sldId id="349" r:id="rId28"/>
    <p:sldId id="310" r:id="rId29"/>
    <p:sldId id="311" r:id="rId30"/>
    <p:sldId id="312" r:id="rId31"/>
    <p:sldId id="327" r:id="rId32"/>
    <p:sldId id="313" r:id="rId33"/>
    <p:sldId id="314" r:id="rId34"/>
    <p:sldId id="315" r:id="rId35"/>
    <p:sldId id="330" r:id="rId36"/>
    <p:sldId id="331" r:id="rId37"/>
    <p:sldId id="338" r:id="rId38"/>
    <p:sldId id="318" r:id="rId39"/>
    <p:sldId id="319" r:id="rId40"/>
    <p:sldId id="350" r:id="rId41"/>
    <p:sldId id="355" r:id="rId42"/>
    <p:sldId id="263" r:id="rId43"/>
    <p:sldId id="268" r:id="rId44"/>
    <p:sldId id="329" r:id="rId45"/>
    <p:sldId id="269" r:id="rId46"/>
    <p:sldId id="270" r:id="rId47"/>
    <p:sldId id="332" r:id="rId48"/>
    <p:sldId id="333" r:id="rId49"/>
    <p:sldId id="339" r:id="rId50"/>
    <p:sldId id="271" r:id="rId51"/>
    <p:sldId id="274" r:id="rId52"/>
    <p:sldId id="361" r:id="rId53"/>
    <p:sldId id="351" r:id="rId54"/>
    <p:sldId id="320" r:id="rId55"/>
    <p:sldId id="275" r:id="rId56"/>
    <p:sldId id="328" r:id="rId57"/>
    <p:sldId id="276" r:id="rId58"/>
    <p:sldId id="277" r:id="rId59"/>
    <p:sldId id="344" r:id="rId60"/>
    <p:sldId id="279" r:id="rId61"/>
    <p:sldId id="345" r:id="rId62"/>
    <p:sldId id="346" r:id="rId63"/>
    <p:sldId id="353" r:id="rId64"/>
    <p:sldId id="354" r:id="rId65"/>
    <p:sldId id="362" r:id="rId66"/>
    <p:sldId id="356" r:id="rId67"/>
    <p:sldId id="358" r:id="rId68"/>
    <p:sldId id="363" r:id="rId69"/>
    <p:sldId id="364" r:id="rId70"/>
    <p:sldId id="366" r:id="rId71"/>
    <p:sldId id="365" r:id="rId72"/>
    <p:sldId id="36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88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STEEL A WATER TOWER: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61257-631A-7B2F-C1DD-DA797EE4C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55" y="0"/>
            <a:ext cx="11564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1443-0D68-F191-B64D-FF4B5B00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CD145-585A-4DC4-A6C6-D5F4B4A5A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82" y="1280160"/>
            <a:ext cx="8496435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4F1568-BE52-79DF-3051-209968C9A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796" y="936497"/>
            <a:ext cx="501040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8556DB-4819-7424-6778-D3F6EF844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E7B805-0338-179B-8C15-6A0644C2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4653DC-56BC-0112-2A04-CFC2924AE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4EEBF9-AE23-C735-3853-E446C1C06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7BE61-B59B-816C-EED1-3D1F8613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1ABBA-65FF-BB45-7CF8-63225B69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F5AC83-EE5A-A42C-B88F-F839B480B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159A4-4A76-3C32-7009-49A1BF664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4039EB-3036-F4B0-2170-82CDA42A8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55C53-E20D-73A7-D554-FEE87F617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7A5A84-8EE1-CDC1-DC87-6DCB16DE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FC6FFE-F0E4-1073-2E96-7C9398121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0ED24-5430-0235-AEA4-7E8B1B72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D1F6A-9F5C-B338-ADB7-B85BEC71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87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11FD96-3121-3CB6-78EC-8BDFE7FB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7D0E0C-5D0E-EB0C-5020-2F6F95A23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FBD194-65CD-56EB-119E-DBD1C0722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457046-44ED-8917-D46E-6E9B9719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DE541B-2598-DA28-B57B-AFE212D55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31" y="234786"/>
            <a:ext cx="949373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DD4D1-CE3A-58EA-5EA4-31EC4E7D0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65FA3-9C2B-C2AD-6751-59A017D7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9F167-A8CF-720B-0ECB-93ABFE56C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2BE6BB-E0D8-7BFF-B615-8402D7FAE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B4B44-7AC6-4255-119C-43A84B962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11" y="733286"/>
            <a:ext cx="928417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8D27F3-A7A7-984B-8B58-610687B6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733286"/>
            <a:ext cx="915717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4C6974-D574-7CF3-91BE-A3033019E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C38BC8-7B8D-F50E-4AD2-C27ABEC49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733286"/>
            <a:ext cx="927147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3A6C2A-F01A-4D03-4360-13E431AD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57" y="733286"/>
            <a:ext cx="944928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7CF91-7CC1-3AEC-4B0B-87DDB2B6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B24CF-5190-8024-F4B5-0C67A5808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B7A-797E-BF07-CABD-A0AA7D3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B7EBBE-FB6A-D2D5-2859-E984BBC70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47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639DC5-CE09-F0A6-11C4-7C1D119A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C2BD57-7248-ACEA-4DB0-D35900AA0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B2E6B-512C-EEA8-DF0E-DDECE75A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02B2F-121D-8E13-AC48-B027935F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AE196-E709-76C1-777B-6F260E54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610B56-9E96-FEBD-4C85-CAAC499F7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8B712C-293A-9A69-56E3-F66F12DC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B43296-CD4B-8815-846D-F9A86BB4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10AD78-6D60-4E25-D5B7-88359C689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1139-C988-DF8A-5DE7-9D4CEECE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E07DF-B78C-5E4B-3507-9F71F7347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0659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B621F-1052-6ACC-9539-2A68B9880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DD868-EC88-0F4E-C0FD-5D091535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63BC91-FE19-C36C-1E18-2B9EE329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816199-F181-EADB-6313-983A11B25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5A7844-98FA-B153-F65C-E426A12C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9CB1DC-E03E-4E63-B579-1401B5F5E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D66B9-4ECD-9B21-C64D-693578D84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6A763F-913E-4C56-A110-E874B956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5C2850-0E3C-837A-A31E-1CDF523EE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0DCFB-F73A-4272-D22B-1C8446C5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0AF1D-2E15-11D8-7C7C-BDD7F4AFB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583" y="234786"/>
            <a:ext cx="9404833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B20C-B2F0-B5D4-01A3-781DAF54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FFF586-7616-74DD-14C4-198DF4B2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58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2007-8BCD-9537-049D-1644D811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1A832E-B53E-12C6-8AB0-5862A7E8D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14" y="0"/>
            <a:ext cx="8567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985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AC44-CB96-7283-B63E-52285E44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E2A2F-0E4F-5E6F-D0E9-F15DEB103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273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F038-D22E-CBC5-227A-D8F5A313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A18327-9638-4BBF-8C5B-6A17DD81811E}"/>
              </a:ext>
            </a:extLst>
          </p:cNvPr>
          <p:cNvSpPr txBox="1"/>
          <p:nvPr/>
        </p:nvSpPr>
        <p:spPr>
          <a:xfrm>
            <a:off x="3078394" y="551289"/>
            <a:ext cx="752951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[2.46467312e+02 6.70580800e+05]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[8.00000000e+02 6.92349023e+05]]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2720.77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865.44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39.33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3.25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1.03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1.0325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3.2459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3.2459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3.3512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X Direction: -30.8833 (%)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Dissipated Energy from Earthquake= 1012798067.08 </a:t>
            </a:r>
            <a:r>
              <a:rPr lang="en-US" sz="1600" b="1" dirty="0" err="1">
                <a:solidFill>
                  <a:schemeClr val="accent3"/>
                </a:solidFill>
              </a:rPr>
              <a:t>N·mm</a:t>
            </a:r>
            <a:endParaRPr lang="en-US" sz="1600" b="1" dirty="0">
              <a:solidFill>
                <a:schemeClr val="accent3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Dissipated Energy from Cyclic Displacement= 1085574700.52 </a:t>
            </a:r>
            <a:r>
              <a:rPr lang="en-US" sz="1600" b="1" dirty="0" err="1">
                <a:solidFill>
                  <a:schemeClr val="accent3"/>
                </a:solidFill>
              </a:rPr>
              <a:t>N·mm</a:t>
            </a:r>
            <a:endParaRPr lang="en-US" sz="1600" b="1" dirty="0">
              <a:solidFill>
                <a:schemeClr val="accent3"/>
              </a:solidFill>
            </a:endParaRPr>
          </a:p>
          <a:p>
            <a:r>
              <a:rPr lang="en-US" sz="1600" b="1" dirty="0">
                <a:solidFill>
                  <a:srgbClr val="FF0000"/>
                </a:solidFill>
              </a:rPr>
              <a:t>DISSIPATED ENERGY CAPACITY INDEX: 9.330e+01 [%]</a:t>
            </a:r>
          </a:p>
        </p:txBody>
      </p:sp>
    </p:spTree>
    <p:extLst>
      <p:ext uri="{BB962C8B-B14F-4D97-AF65-F5344CB8AC3E}">
        <p14:creationId xmlns:p14="http://schemas.microsoft.com/office/powerpoint/2010/main" val="16487247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5930-DF1C-7EA9-5BF2-2DE87841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BC26E-9A4D-BAC0-7398-388C6A619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619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7E0F-895D-2A53-79B4-D7AD1D09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A5B52-C3C7-C702-465C-C733CB49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4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ABE6-6501-3501-92DA-F57FF790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71BFDB-368C-1358-8B19-809E70B5A355}"/>
              </a:ext>
            </a:extLst>
          </p:cNvPr>
          <p:cNvSpPr txBox="1"/>
          <p:nvPr/>
        </p:nvSpPr>
        <p:spPr>
          <a:xfrm>
            <a:off x="0" y="245950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1320793.47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2436391447.05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0.054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24578991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F37C-D7D5-B90C-E0DD-53546C79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D4C21-A91F-9A9F-74B1-6B78D88A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8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249</Words>
  <Application>Microsoft Office PowerPoint</Application>
  <PresentationFormat>Widescreen</PresentationFormat>
  <Paragraphs>37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140</cp:revision>
  <cp:lastPrinted>2026-03-18T22:15:18Z</cp:lastPrinted>
  <dcterms:created xsi:type="dcterms:W3CDTF">2025-06-03T10:37:48Z</dcterms:created>
  <dcterms:modified xsi:type="dcterms:W3CDTF">2026-08-22T08:19:07Z</dcterms:modified>
</cp:coreProperties>
</file>