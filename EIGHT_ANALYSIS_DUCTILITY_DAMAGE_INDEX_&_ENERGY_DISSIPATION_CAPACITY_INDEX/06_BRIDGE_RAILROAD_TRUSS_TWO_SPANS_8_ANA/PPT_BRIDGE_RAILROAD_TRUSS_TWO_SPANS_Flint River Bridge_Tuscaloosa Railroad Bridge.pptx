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337" r:id="rId4"/>
    <p:sldId id="336" r:id="rId5"/>
    <p:sldId id="258" r:id="rId6"/>
    <p:sldId id="341" r:id="rId7"/>
    <p:sldId id="322" r:id="rId8"/>
    <p:sldId id="259" r:id="rId9"/>
    <p:sldId id="323" r:id="rId10"/>
    <p:sldId id="303" r:id="rId11"/>
    <p:sldId id="302" r:id="rId12"/>
    <p:sldId id="260" r:id="rId13"/>
    <p:sldId id="324" r:id="rId14"/>
    <p:sldId id="306" r:id="rId15"/>
    <p:sldId id="305" r:id="rId16"/>
    <p:sldId id="304" r:id="rId17"/>
    <p:sldId id="261" r:id="rId18"/>
    <p:sldId id="325" r:id="rId19"/>
    <p:sldId id="262" r:id="rId20"/>
    <p:sldId id="344" r:id="rId21"/>
    <p:sldId id="307" r:id="rId22"/>
    <p:sldId id="308" r:id="rId23"/>
    <p:sldId id="265" r:id="rId24"/>
    <p:sldId id="326" r:id="rId25"/>
    <p:sldId id="266" r:id="rId26"/>
    <p:sldId id="309" r:id="rId27"/>
    <p:sldId id="267" r:id="rId28"/>
    <p:sldId id="311" r:id="rId29"/>
    <p:sldId id="312" r:id="rId30"/>
    <p:sldId id="327" r:id="rId31"/>
    <p:sldId id="313" r:id="rId32"/>
    <p:sldId id="314" r:id="rId33"/>
    <p:sldId id="315" r:id="rId34"/>
    <p:sldId id="330" r:id="rId35"/>
    <p:sldId id="331" r:id="rId36"/>
    <p:sldId id="340" r:id="rId37"/>
    <p:sldId id="316" r:id="rId38"/>
    <p:sldId id="317" r:id="rId39"/>
    <p:sldId id="318" r:id="rId40"/>
    <p:sldId id="319" r:id="rId41"/>
    <p:sldId id="263" r:id="rId42"/>
    <p:sldId id="268" r:id="rId43"/>
    <p:sldId id="329" r:id="rId44"/>
    <p:sldId id="269" r:id="rId45"/>
    <p:sldId id="270" r:id="rId46"/>
    <p:sldId id="332" r:id="rId47"/>
    <p:sldId id="333" r:id="rId48"/>
    <p:sldId id="342" r:id="rId49"/>
    <p:sldId id="271" r:id="rId50"/>
    <p:sldId id="272" r:id="rId51"/>
    <p:sldId id="273" r:id="rId52"/>
    <p:sldId id="345" r:id="rId53"/>
    <p:sldId id="274" r:id="rId54"/>
    <p:sldId id="320" r:id="rId55"/>
    <p:sldId id="275" r:id="rId56"/>
    <p:sldId id="328" r:id="rId57"/>
    <p:sldId id="276" r:id="rId58"/>
    <p:sldId id="277" r:id="rId59"/>
    <p:sldId id="334" r:id="rId60"/>
    <p:sldId id="335" r:id="rId61"/>
    <p:sldId id="343" r:id="rId62"/>
    <p:sldId id="278" r:id="rId63"/>
    <p:sldId id="279" r:id="rId64"/>
    <p:sldId id="280" r:id="rId65"/>
    <p:sldId id="346" r:id="rId66"/>
    <p:sldId id="339" r:id="rId67"/>
    <p:sldId id="347" r:id="rId68"/>
    <p:sldId id="349" r:id="rId69"/>
    <p:sldId id="350" r:id="rId70"/>
    <p:sldId id="348" r:id="rId71"/>
    <p:sldId id="321" r:id="rId72"/>
    <p:sldId id="351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90D9B-055E-4A4A-8DB8-10E47FD260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05131-2226-45E9-A69E-0EC328367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7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05131-2226-45E9-A69E-0EC328367DF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49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34324-4E2A-26BD-BC77-D6D2C32D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E0ECE-C343-6233-2E96-BE6CB6E03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95A2D-76FA-C254-B32F-01DD042A1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9D084-8B0D-086B-0719-10C250DFD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05131-2226-45E9-A69E-0EC328367DFF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45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3630C-A24D-E34E-4801-D5BEADF32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D7BA2-83AE-2474-822C-5D31E7AF2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30C58-393B-0247-A2E3-48CC3A64F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AB345-318D-A080-CC23-08F93C8E1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05131-2226-45E9-A69E-0EC328367DF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90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2225-0649-B2AE-131C-83312ED8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92334-0FD0-4545-890F-B137EB6F7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4B277-8D9C-8995-4E98-681DDC7C1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9EB54-6621-2925-D34E-64341C732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05131-2226-45E9-A69E-0EC328367DFF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40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75AC-4281-8AC2-22D4-A269CB54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114EA-5496-FEF6-04B8-D09294780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B7D8B-C796-CB0F-5808-55D8E09BB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3EC6A-F30B-29F3-084D-DBCC41DF3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05131-2226-45E9-A69E-0EC328367DFF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5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AE5F-1F8D-F5E8-F134-A2BA8A3F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EEF51-43C3-5D29-01A0-0B7E6D8A8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0878B-C09A-CA52-95AC-EE26109FD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843D6-FE58-F53C-AE2A-949A4CB31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05131-2226-45E9-A69E-0EC328367DF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1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STEEL TRUSS BRIDGES: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D639C1-F900-9446-D116-575BD8D4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61" y="182880"/>
            <a:ext cx="9712177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3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186E-0034-313C-7216-45884488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uscaloosa Railroad Bridge">
            <a:extLst>
              <a:ext uri="{FF2B5EF4-FFF2-40B4-BE49-F238E27FC236}">
                <a16:creationId xmlns:a16="http://schemas.microsoft.com/office/drawing/2014/main" id="{DABCC294-D2CC-C5F1-F6E0-C35216D94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652" y="164886"/>
            <a:ext cx="9784696" cy="652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97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E9C7-AB01-3907-E363-3E8A85AC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69AD82-A251-FABD-5637-6E289277D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069" y="228600"/>
            <a:ext cx="865786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8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CE6327-20BB-284C-4DD4-29CDD2B6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942" y="182880"/>
            <a:ext cx="4958074" cy="6492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1E8802-FF86-CF5B-9431-C41092AC1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4" y="0"/>
            <a:ext cx="7463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750B7-DE4F-8727-4A5A-8D2F4928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642861-C0C9-A6B5-0633-F893D3315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95" y="1900428"/>
            <a:ext cx="9723809" cy="3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E38B1F-1003-5433-CCE6-218739C63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BDF2EC-DD81-96F5-56A8-14E4C86C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A3C176-4448-4E7C-05B6-7EF3F5D9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64AFA-E393-622E-B50A-98121ABF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C9C3FC-A805-A2FB-5091-D9978C9E1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06"/>
            <a:ext cx="12192000" cy="658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57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7D7793-E6E7-250E-43C7-E17C15ED4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A056D-2634-60E0-8BA7-556CC6AF5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FB88-23EF-2C70-41A4-3F7554EE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1DDAE7-1EC1-A555-2E27-59AC713C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97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64D2E-1D95-239B-3853-A7A241DA8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77"/>
            <a:ext cx="12192000" cy="65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B25DAC-DE3C-2C80-ACA4-DAFAF2521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1867-57CD-0DD2-A0EF-FD1443BA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658833-35B8-9E12-A25B-2364DE96B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94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3166-6017-25A1-A640-94944ADC1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26007D-3F7F-0E8D-3FFD-BEC1FC69E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4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10593B-FEB5-6FC0-BE77-82141D09E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C192C2-4716-296C-F470-6BE6D96E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641532-659A-1925-568A-481F44EEA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C1960E-23D6-E46F-4803-5ED354A2E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D2EA-FEB9-0710-4780-FCF5CA47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010BD-8242-C3B6-447E-B557AC102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55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0AB1B-71CC-512F-8F76-3CB317698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F8B7DD-6C7E-1B7A-88ED-B099FB2F1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0BCE9-55BD-5496-B0C1-FA43635A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617CB4-FEEC-5E5E-DE88-C35FA0F36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71" y="0"/>
            <a:ext cx="5154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C73D7F-832D-C21D-5105-404D22EE0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497" y="0"/>
            <a:ext cx="5203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EC28C5-5684-3369-74E8-520D0E3C8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306" y="0"/>
            <a:ext cx="5133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52AA-670A-A47C-7ABC-69DB5F66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10080B-84F6-6F76-3ABB-ADE17C920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70" y="0"/>
            <a:ext cx="56702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25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8FBB-9C91-A446-D06B-EB26E899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E87414-60F9-DDAF-FAA9-B9097FCE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81" y="244311"/>
            <a:ext cx="9481037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405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92D3-BDA7-B112-D452-BB88F03F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CBBF76-843B-472F-7052-3B0D7F2EA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656" y="244311"/>
            <a:ext cx="9474687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423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AC06B1-CBDA-5214-11EB-C54D62147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AF684F-6CB7-AED5-9CDE-2307AC5F9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30BDB3-A2D4-C151-102D-DCAB2D955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178B6C-70B6-CE0C-86D8-FED129FF3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947F26-9428-D705-0244-1995F290A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F5E48-CFF4-6209-0482-9DC2035E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322" y="0"/>
            <a:ext cx="4589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7916B1-495C-68AF-CEDF-663E7B7E7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497" y="0"/>
            <a:ext cx="5203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B801F6-1ACC-36FD-599E-27ACDD5E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183" y="0"/>
            <a:ext cx="5247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2367-787D-CC3C-D95E-BF497DA1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66B82E-98FF-5FA4-74DD-B49A46AE5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441" y="0"/>
            <a:ext cx="5069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112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6DF492-9C73-F99E-FEA8-896DEFF5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244311"/>
            <a:ext cx="904921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7B60-E10D-E4DE-617A-11E247A7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43BBEE-40AA-EA0F-7B3E-A155D5BC4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244311"/>
            <a:ext cx="904921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40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7920-A997-0EF3-B994-2238D571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E6DB0A-5B91-AFBE-4268-FD44AF0F8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230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1D8F5-A7AC-FDF2-B036-F006368C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D4892D-E017-7C27-D26B-8A9A3FD8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23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9AF9D1-748F-9045-B3CE-EBE097C26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21EA9-7D63-B0CD-6AF1-46A6B5C3C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40AA6-4FC5-FCF4-0A5C-A7B1A9470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697C1-ECD8-1F26-CBB6-76E184E35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77562D-A9A6-C0A2-D2C7-B5CCB1E67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817" y="0"/>
            <a:ext cx="4708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83218-27CC-B807-95A3-EE38736E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43CB2-4152-82F3-85C2-159423C63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653" y="0"/>
            <a:ext cx="4518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494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01FB-1D70-4FCD-A0D0-0A69453C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E844DD-F13E-0779-2694-9E8F21569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653" y="0"/>
            <a:ext cx="4518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493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BA27-A0CD-E17C-4F00-EA1ABB04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E541D-A508-4AC7-17AD-B4DD8A20E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094" y="0"/>
            <a:ext cx="4467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851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7807-1698-909C-7453-FC19B883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E0551-266E-88D2-C2E9-5DE68AD6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244311"/>
            <a:ext cx="904921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604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234D21-6350-0DC6-087F-3E3157062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244311"/>
            <a:ext cx="904921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5E49-0A4F-BF35-F96E-B40EDEF0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1261F-788F-D1E7-6CB9-1D50A2E05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175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8324-3B15-8C9B-F27C-8487616E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7446B0-BB4A-777D-4EE8-70B4796F8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688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14BB2-C2A5-628F-2E99-C7426E389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5C3DBA-F142-3B60-DB38-5ADE63067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271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3696-3912-C5B9-E07C-F0E2EE1A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ED6927-DF50-1508-3D7D-1FBFB1C08AC1}"/>
              </a:ext>
            </a:extLst>
          </p:cNvPr>
          <p:cNvSpPr txBox="1"/>
          <p:nvPr/>
        </p:nvSpPr>
        <p:spPr>
          <a:xfrm>
            <a:off x="3010627" y="612844"/>
            <a:ext cx="771476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Disp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[1.39977481e+02 7.80605664e+05]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[5.00000000e+02 8.28585660e+05]]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Structure Elastic Stiffness :     5576.65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Structure Plastic Stiffness :     1657.17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Structure Tangent Stiffness :     133.27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Structure Ductility Ratio :       3.57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Structure Over Strength Factor:   1.06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Over Strength Coefficient (</a:t>
            </a:r>
            <a:r>
              <a:rPr lang="el-GR" b="1" dirty="0">
                <a:solidFill>
                  <a:schemeClr val="accent6">
                    <a:lumMod val="50000"/>
                  </a:schemeClr>
                </a:solidFill>
              </a:rPr>
              <a:t>Ω0):      1.0615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Displacement Ductility Ratio (</a:t>
            </a:r>
            <a:r>
              <a:rPr lang="el-GR" b="1" dirty="0">
                <a:solidFill>
                  <a:schemeClr val="accent6">
                    <a:lumMod val="50000"/>
                  </a:schemeClr>
                </a:solidFill>
              </a:rPr>
              <a:t>μ):    3.5720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Ductility Coefficient (R</a:t>
            </a:r>
            <a:r>
              <a:rPr lang="el-GR" b="1" dirty="0">
                <a:solidFill>
                  <a:schemeClr val="accent6">
                    <a:lumMod val="50000"/>
                  </a:schemeClr>
                </a:solidFill>
              </a:rPr>
              <a:t>μ):          3.5720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Structural Behavior Coefficient (R): 3.7916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Structural Ductility Damage Index in Y Direction: -38.4425 (%)</a:t>
            </a:r>
          </a:p>
        </p:txBody>
      </p:sp>
    </p:spTree>
    <p:extLst>
      <p:ext uri="{BB962C8B-B14F-4D97-AF65-F5344CB8AC3E}">
        <p14:creationId xmlns:p14="http://schemas.microsoft.com/office/powerpoint/2010/main" val="26979374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1F0CF-C3F7-253C-4E77-F1B1BF0E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67F3C0-79CA-C8C5-C30F-35AB98F44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404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DC5B1-0483-5995-4D5B-A3C5DA18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2A3CB5-2AB5-84EA-92DF-C79DD2B4F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37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37721-57B4-C45B-3951-C11A9E02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2ECE54-D667-0F01-FA76-C671CF5FD57E}"/>
              </a:ext>
            </a:extLst>
          </p:cNvPr>
          <p:cNvSpPr txBox="1"/>
          <p:nvPr/>
        </p:nvSpPr>
        <p:spPr>
          <a:xfrm>
            <a:off x="0" y="2699890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Dissipated Energy from Earthquake= 129578.13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N·mm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Dissipated Energy from Cyclic Displacement= 1482083353.89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N·mm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0.009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9238630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045D-230D-9245-CFCE-9F2977DC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B5480C-3DA3-5D6F-7D3C-AC9E2AAB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918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23F6E-3D8A-9154-484E-2751971E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CA5710-AC27-8EDF-4CD3-F2B83653A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81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226</Words>
  <Application>Microsoft Office PowerPoint</Application>
  <PresentationFormat>Widescreen</PresentationFormat>
  <Paragraphs>40</Paragraphs>
  <Slides>72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106</cp:revision>
  <cp:lastPrinted>2026-02-13T08:23:57Z</cp:lastPrinted>
  <dcterms:created xsi:type="dcterms:W3CDTF">2025-06-03T10:37:48Z</dcterms:created>
  <dcterms:modified xsi:type="dcterms:W3CDTF">2026-08-19T10:53:55Z</dcterms:modified>
</cp:coreProperties>
</file>