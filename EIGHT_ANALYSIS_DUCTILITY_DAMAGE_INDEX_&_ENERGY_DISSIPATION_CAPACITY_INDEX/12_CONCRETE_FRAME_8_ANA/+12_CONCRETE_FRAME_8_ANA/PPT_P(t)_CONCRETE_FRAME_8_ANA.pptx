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61" r:id="rId5"/>
    <p:sldId id="366" r:id="rId6"/>
    <p:sldId id="322" r:id="rId7"/>
    <p:sldId id="367" r:id="rId8"/>
    <p:sldId id="259" r:id="rId9"/>
    <p:sldId id="303" r:id="rId10"/>
    <p:sldId id="374" r:id="rId11"/>
    <p:sldId id="302" r:id="rId12"/>
    <p:sldId id="347" r:id="rId13"/>
    <p:sldId id="375" r:id="rId14"/>
    <p:sldId id="376" r:id="rId15"/>
    <p:sldId id="377" r:id="rId16"/>
    <p:sldId id="378" r:id="rId17"/>
    <p:sldId id="379" r:id="rId18"/>
    <p:sldId id="336" r:id="rId19"/>
    <p:sldId id="304" r:id="rId20"/>
    <p:sldId id="261" r:id="rId21"/>
    <p:sldId id="325" r:id="rId22"/>
    <p:sldId id="337" r:id="rId23"/>
    <p:sldId id="343" r:id="rId24"/>
    <p:sldId id="380" r:id="rId25"/>
    <p:sldId id="381" r:id="rId26"/>
    <p:sldId id="386" r:id="rId27"/>
    <p:sldId id="307" r:id="rId28"/>
    <p:sldId id="308" r:id="rId29"/>
    <p:sldId id="265" r:id="rId30"/>
    <p:sldId id="326" r:id="rId31"/>
    <p:sldId id="266" r:id="rId32"/>
    <p:sldId id="309" r:id="rId33"/>
    <p:sldId id="310" r:id="rId34"/>
    <p:sldId id="349" r:id="rId35"/>
    <p:sldId id="311" r:id="rId36"/>
    <p:sldId id="312" r:id="rId37"/>
    <p:sldId id="327" r:id="rId38"/>
    <p:sldId id="313" r:id="rId39"/>
    <p:sldId id="314" r:id="rId40"/>
    <p:sldId id="315" r:id="rId41"/>
    <p:sldId id="330" r:id="rId42"/>
    <p:sldId id="331" r:id="rId43"/>
    <p:sldId id="338" r:id="rId44"/>
    <p:sldId id="318" r:id="rId45"/>
    <p:sldId id="319" r:id="rId46"/>
    <p:sldId id="350" r:id="rId47"/>
    <p:sldId id="387" r:id="rId48"/>
    <p:sldId id="355" r:id="rId49"/>
    <p:sldId id="263" r:id="rId50"/>
    <p:sldId id="268" r:id="rId51"/>
    <p:sldId id="329" r:id="rId52"/>
    <p:sldId id="269" r:id="rId53"/>
    <p:sldId id="270" r:id="rId54"/>
    <p:sldId id="332" r:id="rId55"/>
    <p:sldId id="333" r:id="rId56"/>
    <p:sldId id="339" r:id="rId57"/>
    <p:sldId id="271" r:id="rId58"/>
    <p:sldId id="274" r:id="rId59"/>
    <p:sldId id="351" r:id="rId60"/>
    <p:sldId id="384" r:id="rId61"/>
    <p:sldId id="385" r:id="rId62"/>
    <p:sldId id="388" r:id="rId63"/>
    <p:sldId id="352" r:id="rId64"/>
    <p:sldId id="320" r:id="rId65"/>
    <p:sldId id="275" r:id="rId66"/>
    <p:sldId id="328" r:id="rId67"/>
    <p:sldId id="360" r:id="rId68"/>
    <p:sldId id="276" r:id="rId69"/>
    <p:sldId id="277" r:id="rId70"/>
    <p:sldId id="344" r:id="rId71"/>
    <p:sldId id="279" r:id="rId72"/>
    <p:sldId id="345" r:id="rId73"/>
    <p:sldId id="346" r:id="rId74"/>
    <p:sldId id="369" r:id="rId75"/>
    <p:sldId id="382" r:id="rId76"/>
    <p:sldId id="383" r:id="rId77"/>
    <p:sldId id="389" r:id="rId78"/>
    <p:sldId id="354" r:id="rId79"/>
    <p:sldId id="370" r:id="rId80"/>
    <p:sldId id="371" r:id="rId81"/>
    <p:sldId id="390" r:id="rId82"/>
    <p:sldId id="353" r:id="rId83"/>
    <p:sldId id="373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25593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CONCRETE FRAME: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B8954-3108-711B-D28D-58AE5E4B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4" y="0"/>
            <a:ext cx="10374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01CC-07C3-96E9-9332-823192CC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378AA-73C0-044B-30EE-5BA2E6D2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44" y="0"/>
            <a:ext cx="6890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7527-CBB2-56E1-DB66-1328CA21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19276-7AD0-78C0-1E90-FA1BBA605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398"/>
            <a:ext cx="12192000" cy="231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6C46-D9A3-E199-5A66-9BA4116A9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6D4E93-5937-E90B-EE4A-DAA09E64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39" y="594360"/>
            <a:ext cx="6073475" cy="6035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BE3A35-948D-53A8-9F8B-C2D3B3830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814" y="777240"/>
            <a:ext cx="5837382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8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FC8FD-55AD-4A70-E923-368569A1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782A-589B-E35D-7F27-6FE9FD85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4F4220-902C-C5F1-9C41-A30EF5DEA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259B4B-81AF-1D02-C009-4EB729D8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8289-6243-8F32-B0DD-DD3CFAB3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E081F-11E7-40E9-100B-9D8A8A90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80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9CAC57-5357-9D29-0A7F-E1E2DF1B3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570B-D7B0-12F7-4DC8-1228E959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21272-9271-75EE-3B90-5FD148EE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0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0727-7840-4186-086D-D642EA74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B83AF-42F3-7FFA-603F-86F319D1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2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23C6-9031-66A6-AE63-E12FC2BE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D9525A-4561-E04E-9253-CF92BFA8E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68FE-28E4-EBEC-856C-4040814E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136C4-5DE6-E2CE-4FCE-E1DEA7E4C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8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D4F3-8CF5-45D9-95F3-82A9FF15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47B19-972B-A7F0-1EBE-5DB12B6B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04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7A460-3C49-1B7D-F1DE-5E92189E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F9073-9AA7-DEF7-7CE6-45A688171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17A05-8342-9CFD-725C-273CD574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06C21-B8EF-B1B1-2A3B-CC973BB01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2F3B0C-201B-725C-26D1-1E45A1BA0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DC64-D32C-A9F4-BA76-A0A78A2B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4A4DE-7B54-879D-23A2-C1392EEE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25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42BE-681C-D0C3-277F-6375F22F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2B5046-C3FC-9369-E23C-CD16C4ED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26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4DDE-D445-29B7-6A44-72CBF3E7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7D8E0B-D323-892B-C690-CD632F15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73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963C39-6D77-B89A-A369-285E04290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A2FE6-2805-31EE-5EB8-9110DE13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F93F2-3E50-74D2-E0C5-9DD05704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9A09D7-37E0-AE6F-5544-AA7DEE138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54644-9EFC-75B3-4CBF-C2AA8D57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F1371-FF3D-D8C8-32DA-3F3E68287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6A9AC-7B6E-B1AE-6BDF-C1506AE14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84CFF-52DE-EEAA-0679-27E7B0D97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E4A0E-5F3D-155B-C965-A2EB9560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21132-22FF-D0A5-E6EF-07B50C84D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885C0-A9CE-5A91-90FD-5501659E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63" y="733286"/>
            <a:ext cx="919527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2B0FFB-F67E-7FD9-FE67-D51C2DC66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6337BA-E457-1380-8541-811AD53F8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733286"/>
            <a:ext cx="93349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9556CE-E421-8A6A-67BE-55023214C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733286"/>
            <a:ext cx="93667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9EB81-7201-1A80-8F6C-30B9547C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FC5A43-91AD-5E74-0D96-1989ACCD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04F7-0915-3C1F-ECF6-E216C4FF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F08DF-BDC7-CB14-FE07-77A9FA19C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79686-A5C2-31C8-DCCC-20097F85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42C6BB-B7A7-4F06-D7B1-D60B896C9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CCA33F-1A6E-1D6B-8216-FB9997EEA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A1BE86-100F-2797-B607-EF22FD019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4B2F2-ED4B-AEED-A490-8FDC73A18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943C2-B964-DFBF-B2A4-345D98437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F9188-4211-699F-2727-E9FB76197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D62F74-A3FB-C7B0-3021-8B4F8B386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4B9FB0-0B7A-E765-E11F-86AA2240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848F6C-F327-AD5B-B4CE-5977E3AE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CB43B8-DD6A-25DB-89FD-98121AD2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F5B9-5383-41DB-7034-B72B907C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31B23-FE66-8BDC-53F5-A31BC4AED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398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38F3-1B1A-B8F4-FBF4-2EC5764F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C43A6-9C54-3250-647A-A8C56C04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74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C345-402B-C08F-1D33-6FD3AF04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7D9A8-6860-0DBF-71D9-0D67EE3B5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261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CB0A9-0D8A-3ABE-EB48-1A54BE38C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C83613-4CEB-2CBE-3B70-CEFD8A8AC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47A700-361E-40E9-D5AB-A7EAAB3EB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9224-30CC-6629-79B9-605F0A9B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1E00B3-2DAE-AEB0-38CB-726981FE1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568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DDA9F4-5AA5-D23E-CE5B-0FE2EE4D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1665F-D09D-118B-CCE3-BA3193BB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BF8807-975F-CABD-5F1C-A2D650E3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D01FC8-C60D-049A-88F6-1C0A12D4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BE443B-557F-4278-8090-D3033189E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F1E683-D185-19BC-EB44-883A80F6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2931-5C54-E660-038E-861DC66E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445BF9-40BB-D20F-5BCD-D26F888F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54" y="234786"/>
            <a:ext cx="955089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41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9E61-684C-5D84-4D75-0FC6B824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317AA-4CAA-B1AC-F3FE-603202A92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941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94C0-C8BD-2804-3A42-E9EE457F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2D0E5-B727-EFDC-EEC2-5D0D2B446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889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EFCA-1507-1766-90D3-6FA24E13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B4F69B-E1AC-F4B8-8FB9-B2591A7B4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124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F7D254-EC1C-8B9A-F2F9-CD342FC8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CF21-BBDB-37EF-357D-2ABF759C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31C19-FBC1-6AD1-CD68-CA3CCB0C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629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BA51-A5EF-112D-B5D1-5D85E905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5E9D5-FE2A-5937-139C-8CB8A452D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45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4B43-4C9E-6B7B-CD29-299651AD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81995E-4413-4A34-257D-CD268F628284}"/>
              </a:ext>
            </a:extLst>
          </p:cNvPr>
          <p:cNvSpPr txBox="1"/>
          <p:nvPr/>
        </p:nvSpPr>
        <p:spPr>
          <a:xfrm>
            <a:off x="695082" y="2305615"/>
            <a:ext cx="114969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0.03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17519272.22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0.000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42218534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D0999-A1F0-192C-0B29-50514E6F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CE845-A76C-5D37-49C4-8547F117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18B278-E555-F7CE-6B77-F5129CD0E182}"/>
              </a:ext>
            </a:extLst>
          </p:cNvPr>
          <p:cNvSpPr txBox="1"/>
          <p:nvPr/>
        </p:nvSpPr>
        <p:spPr>
          <a:xfrm>
            <a:off x="2608731" y="305068"/>
            <a:ext cx="874027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[1.26327517e+01 2.57617793e+05]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[3.50000000e+01 2.49742938e+05]]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20392.85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7135.51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-352.07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2.77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0.97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0.9694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2.7706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2.7706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2.6859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-56.4751 (%)</a:t>
            </a:r>
          </a:p>
        </p:txBody>
      </p:sp>
    </p:spTree>
    <p:extLst>
      <p:ext uri="{BB962C8B-B14F-4D97-AF65-F5344CB8AC3E}">
        <p14:creationId xmlns:p14="http://schemas.microsoft.com/office/powerpoint/2010/main" val="658610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221</Words>
  <Application>Microsoft Office PowerPoint</Application>
  <PresentationFormat>Widescreen</PresentationFormat>
  <Paragraphs>35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222</cp:revision>
  <cp:lastPrinted>2026-10-30T09:04:43Z</cp:lastPrinted>
  <dcterms:created xsi:type="dcterms:W3CDTF">2025-06-03T10:37:48Z</dcterms:created>
  <dcterms:modified xsi:type="dcterms:W3CDTF">2026-10-30T09:06:42Z</dcterms:modified>
</cp:coreProperties>
</file>