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9" r:id="rId4"/>
    <p:sldId id="352" r:id="rId5"/>
    <p:sldId id="389" r:id="rId6"/>
    <p:sldId id="259" r:id="rId7"/>
    <p:sldId id="323" r:id="rId8"/>
    <p:sldId id="302" r:id="rId9"/>
    <p:sldId id="324" r:id="rId10"/>
    <p:sldId id="306" r:id="rId11"/>
    <p:sldId id="336" r:id="rId12"/>
    <p:sldId id="346" r:id="rId13"/>
    <p:sldId id="354" r:id="rId14"/>
    <p:sldId id="355" r:id="rId15"/>
    <p:sldId id="368" r:id="rId16"/>
    <p:sldId id="367" r:id="rId17"/>
    <p:sldId id="304" r:id="rId18"/>
    <p:sldId id="261" r:id="rId19"/>
    <p:sldId id="325" r:id="rId20"/>
    <p:sldId id="337" r:id="rId21"/>
    <p:sldId id="347" r:id="rId22"/>
    <p:sldId id="356" r:id="rId23"/>
    <p:sldId id="357" r:id="rId24"/>
    <p:sldId id="390" r:id="rId25"/>
    <p:sldId id="308" r:id="rId26"/>
    <p:sldId id="265" r:id="rId27"/>
    <p:sldId id="326" r:id="rId28"/>
    <p:sldId id="266" r:id="rId29"/>
    <p:sldId id="309" r:id="rId30"/>
    <p:sldId id="348" r:id="rId31"/>
    <p:sldId id="358" r:id="rId32"/>
    <p:sldId id="359" r:id="rId33"/>
    <p:sldId id="311" r:id="rId34"/>
    <p:sldId id="312" r:id="rId35"/>
    <p:sldId id="327" r:id="rId36"/>
    <p:sldId id="313" r:id="rId37"/>
    <p:sldId id="314" r:id="rId38"/>
    <p:sldId id="315" r:id="rId39"/>
    <p:sldId id="349" r:id="rId40"/>
    <p:sldId id="360" r:id="rId41"/>
    <p:sldId id="361" r:id="rId42"/>
    <p:sldId id="263" r:id="rId43"/>
    <p:sldId id="329" r:id="rId44"/>
    <p:sldId id="268" r:id="rId45"/>
    <p:sldId id="269" r:id="rId46"/>
    <p:sldId id="342" r:id="rId47"/>
    <p:sldId id="350" r:id="rId48"/>
    <p:sldId id="362" r:id="rId49"/>
    <p:sldId id="363" r:id="rId50"/>
    <p:sldId id="382" r:id="rId51"/>
    <p:sldId id="384" r:id="rId52"/>
    <p:sldId id="386" r:id="rId53"/>
    <p:sldId id="387" r:id="rId54"/>
    <p:sldId id="320" r:id="rId55"/>
    <p:sldId id="275" r:id="rId56"/>
    <p:sldId id="328" r:id="rId57"/>
    <p:sldId id="276" r:id="rId58"/>
    <p:sldId id="343" r:id="rId59"/>
    <p:sldId id="351" r:id="rId60"/>
    <p:sldId id="353" r:id="rId61"/>
    <p:sldId id="364" r:id="rId62"/>
    <p:sldId id="376" r:id="rId63"/>
    <p:sldId id="378" r:id="rId64"/>
    <p:sldId id="379" r:id="rId65"/>
    <p:sldId id="380" r:id="rId66"/>
    <p:sldId id="391" r:id="rId67"/>
    <p:sldId id="365" r:id="rId68"/>
    <p:sldId id="375" r:id="rId69"/>
    <p:sldId id="366" r:id="rId70"/>
    <p:sldId id="373" r:id="rId71"/>
    <p:sldId id="392" r:id="rId72"/>
    <p:sldId id="372" r:id="rId73"/>
    <p:sldId id="393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-1" y="412760"/>
            <a:ext cx="12192001" cy="577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PENDULUM &amp; STRUCTURE SYSTEM: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113B9-24E3-6184-33A1-201C3700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" y="0"/>
            <a:ext cx="12190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49" y="2806095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910" y="3865335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26" y="2722275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026" y="3949155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93F3BE-4908-3F2A-4E5E-1FF1DF89E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92" y="1480275"/>
            <a:ext cx="6004834" cy="4937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4025564" y="779085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E38D8-F0FE-EFD8-D1A4-36CCBCCF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09"/>
            <a:ext cx="12192000" cy="65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6726-4BF0-6F57-6469-E3A0E9AD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33E453-C62D-C37F-F482-1938DDD75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309"/>
            <a:ext cx="12192000" cy="657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95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54298C-7ACE-F116-F148-B379D340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7F9DE2-7C0E-8A6F-FCB8-980CE792D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07"/>
            <a:ext cx="12192000" cy="655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89DE41-FE2F-F0E7-58CD-86810586C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28D53-0916-F5DB-EFB0-C4C8EAD23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83716D-0BA2-C3F2-1EB2-3290126ED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0B0A84-C9DA-49D7-98C0-9F1C8AF86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A1D9F-3D13-C445-171F-961DD4674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ED500A-77D4-991F-1249-FD620766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1EACB5-F0C6-28DA-C4D9-CC0C42F00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515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743074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F11E9B-4D66-94E2-B59D-6E232FC16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1"/>
            <a:ext cx="12192000" cy="65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A08634-7973-3B60-21F9-591B4A02B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CBCCE-C3B2-A37F-0E71-8BBE2804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C4288-B602-6798-C8B7-4CE46142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F0428E-816A-6125-2175-96DEA03F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80EB2-3B72-9D7E-8974-0F25C0F6A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4763-6346-C324-4E26-B1CD08D4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87EC84-4C02-F887-FEF7-BCEE44C56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84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EC372F-8B35-4F79-E062-CFC553673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AD77D2-A744-2C0C-8E94-368C7D9C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F407F2-2C37-907E-F091-7C15E116C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92862-E519-AB80-AF7C-355045642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328DD7-6EA4-E446-D346-9B258FB9A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C7391-0982-E583-30A5-147FC983C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9350D3-99FB-6507-3705-CCD73AED5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56"/>
            <a:ext cx="12192000" cy="6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45B35B-1C8A-4BD9-EE04-29B8C83A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92C3F5-E8D9-A5BC-B97B-F59960E29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A0045B-03BB-936B-6746-0C2F9550E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92E78C-A9C9-E937-D13D-230C88EA9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400D71-C5DA-472F-942A-62051C0E5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710BE1-5017-AE6F-DFC5-9E0A2A238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50D44D-AE40-42F3-CDDB-47C0AA19B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C6FB7E-826A-35D5-2DAF-A95A96593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170963-EFEB-A1CD-08F7-3F26CFAC9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B2E81F-B4F9-D1B7-EFCD-799CD6779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95591B-46DA-1FA5-44EE-74EB06FF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FA4C3F-C7F2-C7CC-2089-6EFF4A174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0B81B7-FE45-FE27-1651-A62D0523F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5535-D0A1-6635-2FAE-3DE43137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150288-EEB6-4FFD-BFE0-251573A35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936497"/>
            <a:ext cx="78363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727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946B-A6B9-8A39-B3D0-0FF2E346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3ECA24-90D6-5A94-054B-8F0F01069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869818"/>
            <a:ext cx="7607691" cy="51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954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A1C5-4A7F-D383-2215-E7AC17E5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D2B9F5-9D88-0B94-2E0A-19B24285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165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5DD6A-E8E5-BFD3-47B9-5D8D2B51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074C67-67B5-A2E7-C58C-99A9AAD1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116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CA4043-F5B1-0EB5-B33C-7EB2A9F45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72"/>
            <a:ext cx="12192000" cy="659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B4AAC9-9A63-10D9-79AD-5F2DABFE7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B032A6-0DA9-D39F-74F2-0593CF03B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BC2C39-7616-CAFC-0A8A-2E72808D5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A7710-9946-2C13-508F-5328C317B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93A-B1A7-983F-CFEB-62D2B5C8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E07E51-8A74-F7ED-C5B6-A30DA2B60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1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22AF62-07D7-7675-95CA-BE7A3658A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124D3-764C-26E3-1D5C-0D3F80C9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98681D-39E4-833E-2D50-892C74D17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754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5166-C4AB-F5CC-8DAA-29231EEC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2391A1-C0D9-5698-178F-607D940D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616" y="936497"/>
            <a:ext cx="813476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497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CB0D-5F14-6B7C-8726-B00D36B3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97C38-E63C-6ED4-F04A-1AA2851FD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644" y="936497"/>
            <a:ext cx="798871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073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9A4F-7AC8-8C52-02FF-BA164694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681ED4-11EB-4747-A6B8-C0292DE2D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770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2FD3-BD8C-A89E-1E30-DBF373B3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1BB3EE-0250-D792-6B3F-764485304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370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99F510-F6FD-7627-C040-69599B1AE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BC82-DA87-AAE1-4915-14040BE2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532AB-94EE-D861-7AFF-27CAA5D13E0D}"/>
              </a:ext>
            </a:extLst>
          </p:cNvPr>
          <p:cNvSpPr txBox="1"/>
          <p:nvPr/>
        </p:nvSpPr>
        <p:spPr>
          <a:xfrm>
            <a:off x="0" y="215172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Dissipated Energy from Earthquake= 150063.79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Dissipated Energy from Cyclic Displacement= 317291.53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	</a:t>
            </a:r>
            <a:r>
              <a:rPr lang="en-US" sz="3200" b="1" dirty="0">
                <a:solidFill>
                  <a:srgbClr val="FF0000"/>
                </a:solidFill>
              </a:rPr>
              <a:t>DISSIPATED ENERGY CAPACITY INDEX: 47.295 [%]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	ZONE 5: MODERATE–HIGH DAMAGE</a:t>
            </a:r>
          </a:p>
        </p:txBody>
      </p:sp>
    </p:spTree>
    <p:extLst>
      <p:ext uri="{BB962C8B-B14F-4D97-AF65-F5344CB8AC3E}">
        <p14:creationId xmlns:p14="http://schemas.microsoft.com/office/powerpoint/2010/main" val="5429546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6A67B5-9A01-77AE-E302-09E768FED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E09A-F4BD-E995-6A8A-0E042B34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9ACD4-2062-032A-3D89-10367B10B8AF}"/>
              </a:ext>
            </a:extLst>
          </p:cNvPr>
          <p:cNvSpPr txBox="1"/>
          <p:nvPr/>
        </p:nvSpPr>
        <p:spPr>
          <a:xfrm>
            <a:off x="3167297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[1.10448514e-02 8.54147483e+04]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[3.60000000e-01 1.00300000e+05]]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7733444.75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278611.11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42656.63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32.59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1.1743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32.5944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32.5944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38.2746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103.8821 (%)</a:t>
            </a:r>
          </a:p>
        </p:txBody>
      </p:sp>
    </p:spTree>
    <p:extLst>
      <p:ext uri="{BB962C8B-B14F-4D97-AF65-F5344CB8AC3E}">
        <p14:creationId xmlns:p14="http://schemas.microsoft.com/office/powerpoint/2010/main" val="6001170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AF5F-0619-1389-32C7-BA77002C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4A48F7-BE6D-2CF4-8876-2FB9B427C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594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6E7A-61E3-76B7-59D2-CA626767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AE8BE-0078-3CEF-0C6B-A61CA2EC9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220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BB94-5B95-A7C7-5F7E-AF2134DA5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D8B62-9DB9-685F-F147-6777ECB4B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1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245</Words>
  <Application>Microsoft Office PowerPoint</Application>
  <PresentationFormat>Widescreen</PresentationFormat>
  <Paragraphs>39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195</cp:revision>
  <cp:lastPrinted>2026-03-23T10:01:33Z</cp:lastPrinted>
  <dcterms:created xsi:type="dcterms:W3CDTF">2025-06-03T10:37:48Z</dcterms:created>
  <dcterms:modified xsi:type="dcterms:W3CDTF">2026-10-12T17:57:00Z</dcterms:modified>
</cp:coreProperties>
</file>