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59" r:id="rId4"/>
    <p:sldId id="277" r:id="rId5"/>
    <p:sldId id="280" r:id="rId6"/>
    <p:sldId id="281" r:id="rId7"/>
    <p:sldId id="282" r:id="rId8"/>
    <p:sldId id="258" r:id="rId9"/>
    <p:sldId id="262" r:id="rId10"/>
    <p:sldId id="263" r:id="rId11"/>
    <p:sldId id="264" r:id="rId12"/>
    <p:sldId id="266" r:id="rId13"/>
    <p:sldId id="278" r:id="rId14"/>
    <p:sldId id="265" r:id="rId15"/>
    <p:sldId id="267" r:id="rId16"/>
    <p:sldId id="284" r:id="rId17"/>
    <p:sldId id="268" r:id="rId18"/>
    <p:sldId id="285" r:id="rId19"/>
    <p:sldId id="261" r:id="rId20"/>
    <p:sldId id="269" r:id="rId21"/>
    <p:sldId id="270" r:id="rId22"/>
    <p:sldId id="271" r:id="rId23"/>
    <p:sldId id="272" r:id="rId24"/>
    <p:sldId id="273" r:id="rId25"/>
    <p:sldId id="274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43622"/>
            <a:ext cx="12192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NONLINEAR DYNAMIC ANALYSIS OF A MULTI-DEGREE-OF-FREEDOM (MDOF) SOIL STRUCTURE SYSTEM UTILIZING 50 GROUND MOTIONS IN OPENSEES AND EVALUATION OF SEISMIC RESPONSE SPECTRUM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4AD187-EA32-FCC4-7FF2-DB4D42097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69"/>
            <a:ext cx="12192000" cy="655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4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E4C3F518-02E5-BAF3-B2C3-10659662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2085975"/>
            <a:ext cx="85248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C5B33-FE65-F366-A7AF-FED24F27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AA20BC-4A53-8754-1B9A-7F2B081FB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7"/>
            <a:ext cx="12192000" cy="66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6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C38B-17E3-4D5A-9963-7E8574F0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817075-F56A-233B-A311-4926E0322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4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3D33-DE37-E425-FC47-4E9C2D9E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F0A778-20EA-A547-CF6C-8F12C8F17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16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4AFA-0CCF-A951-5D23-8BC371F0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650B2E-BC8C-77EF-41D3-3F446DBD4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786" y="733286"/>
            <a:ext cx="6388428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72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E07351-17D5-C493-E486-9C2109855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B8B-6E38-437C-3068-B8454425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D8046-A229-548A-130B-12EBF971A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17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A5D6-30CC-2C13-1F9C-D72363F5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D695E7-0432-0E83-422C-A462086BB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8FDC-DAF9-A547-EB2B-DF347820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895134-3706-0CB3-CE61-FAC1B2A2F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6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3C105-A9A7-8415-C4B6-612A79A3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7B9F27-2A95-0AB9-201E-2B03E0687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F09E77-0B88-E4E3-2D71-9365A0EF0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320" y="1214644"/>
            <a:ext cx="6309360" cy="9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81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BA65-0246-62FE-A69C-F7DA4043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53CE9E-BB14-0ACE-DDBC-B02BD1F9A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2A6EEF-43F4-E530-9073-74F55C3CF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78" y="1357516"/>
            <a:ext cx="11373633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16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FECB-A4BA-36E3-CFA5-09C8755E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E7410A-5F5C-9143-25C0-6F7DBC43C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76" y="936497"/>
            <a:ext cx="77156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53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24D0-8A23-1434-1CA8-DEC3D148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DDEF52-F4EF-2525-C2B3-1A9B6961B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06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D819A-1928-18D7-41BB-26159F85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CB2F0A-5476-8692-081B-445ED40DB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170CDF-E3D4-E8DC-8E58-8385DC53D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801" y="3655619"/>
            <a:ext cx="6309360" cy="9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56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2FA3-C5C9-7EEC-59E4-E37C81ED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0527DF-D206-9D25-84A7-299BF3D07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038643-1809-BF4B-AFB7-93CEC1FFF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83" y="1527921"/>
            <a:ext cx="11373633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92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C678-C004-44B8-4B1E-DA38E6699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17A9A8-0E2A-6412-DA5D-BBDAE4D69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0FBE5D-0D5B-A781-3AFE-8EE8AB35F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1839298"/>
            <a:ext cx="3162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5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389076-00AC-CB4F-1AE3-A510AD4B6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C39B-BF89-6D71-4D0A-02B017BA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B3A98F-D8A6-725A-83E3-05498BF42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39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CE58-7650-48F4-683C-8146BF0B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6FAE6C-B6A5-E92B-4289-7040A290A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0" y="936497"/>
            <a:ext cx="642018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50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B524-8DFD-020E-3C93-B3300033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8506F3-6EC1-D99E-92B3-18E451ACB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936497"/>
            <a:ext cx="629952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06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7E6E-BFA1-3ACA-84FA-401F33DA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ED69D1-A19C-7DC4-C6A0-0A4A17B42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936497"/>
            <a:ext cx="629952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36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E24F-580F-7007-8CF3-25878C39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D83A82-B6BB-D686-C83D-ADACD822D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13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ED73-0728-CAA7-21A0-8510C127F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2CB03E-02B6-3817-8D25-A81127C62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48" y="555514"/>
            <a:ext cx="11719104" cy="574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67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CD49-6CB3-DF0F-ECA4-2ADB41D1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4808BC-BD98-9E56-56A0-7494ADFC9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773" y="0"/>
            <a:ext cx="68044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6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47</Words>
  <Application>Microsoft Office PowerPoint</Application>
  <PresentationFormat>Widescreen</PresentationFormat>
  <Paragraphs>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90</cp:revision>
  <cp:lastPrinted>2025-12-04T16:25:27Z</cp:lastPrinted>
  <dcterms:created xsi:type="dcterms:W3CDTF">2025-07-19T22:10:00Z</dcterms:created>
  <dcterms:modified xsi:type="dcterms:W3CDTF">2026-10-11T18:23:16Z</dcterms:modified>
</cp:coreProperties>
</file>