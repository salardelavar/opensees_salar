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4" r:id="rId3"/>
    <p:sldId id="363" r:id="rId4"/>
    <p:sldId id="382" r:id="rId5"/>
    <p:sldId id="383" r:id="rId6"/>
    <p:sldId id="341" r:id="rId7"/>
    <p:sldId id="370" r:id="rId8"/>
    <p:sldId id="259" r:id="rId9"/>
    <p:sldId id="323" r:id="rId10"/>
    <p:sldId id="303" r:id="rId11"/>
    <p:sldId id="302" r:id="rId12"/>
    <p:sldId id="324" r:id="rId13"/>
    <p:sldId id="336" r:id="rId14"/>
    <p:sldId id="342" r:id="rId15"/>
    <p:sldId id="347" r:id="rId16"/>
    <p:sldId id="348" r:id="rId17"/>
    <p:sldId id="304" r:id="rId18"/>
    <p:sldId id="261" r:id="rId19"/>
    <p:sldId id="325" r:id="rId20"/>
    <p:sldId id="337" r:id="rId21"/>
    <p:sldId id="343" r:id="rId22"/>
    <p:sldId id="384" r:id="rId23"/>
    <p:sldId id="307" r:id="rId24"/>
    <p:sldId id="308" r:id="rId25"/>
    <p:sldId id="265" r:id="rId26"/>
    <p:sldId id="326" r:id="rId27"/>
    <p:sldId id="266" r:id="rId28"/>
    <p:sldId id="309" r:id="rId29"/>
    <p:sldId id="310" r:id="rId30"/>
    <p:sldId id="349" r:id="rId31"/>
    <p:sldId id="311" r:id="rId32"/>
    <p:sldId id="312" r:id="rId33"/>
    <p:sldId id="327" r:id="rId34"/>
    <p:sldId id="313" r:id="rId35"/>
    <p:sldId id="314" r:id="rId36"/>
    <p:sldId id="315" r:id="rId37"/>
    <p:sldId id="330" r:id="rId38"/>
    <p:sldId id="331" r:id="rId39"/>
    <p:sldId id="338" r:id="rId40"/>
    <p:sldId id="318" r:id="rId41"/>
    <p:sldId id="319" r:id="rId42"/>
    <p:sldId id="350" r:id="rId43"/>
    <p:sldId id="268" r:id="rId44"/>
    <p:sldId id="263" r:id="rId45"/>
    <p:sldId id="329" r:id="rId46"/>
    <p:sldId id="361" r:id="rId47"/>
    <p:sldId id="269" r:id="rId48"/>
    <p:sldId id="270" r:id="rId49"/>
    <p:sldId id="332" r:id="rId50"/>
    <p:sldId id="333" r:id="rId51"/>
    <p:sldId id="339" r:id="rId52"/>
    <p:sldId id="366" r:id="rId53"/>
    <p:sldId id="271" r:id="rId54"/>
    <p:sldId id="274" r:id="rId55"/>
    <p:sldId id="385" r:id="rId56"/>
    <p:sldId id="351" r:id="rId57"/>
    <p:sldId id="320" r:id="rId58"/>
    <p:sldId id="275" r:id="rId59"/>
    <p:sldId id="328" r:id="rId60"/>
    <p:sldId id="276" r:id="rId61"/>
    <p:sldId id="376" r:id="rId62"/>
    <p:sldId id="377" r:id="rId63"/>
    <p:sldId id="378" r:id="rId64"/>
    <p:sldId id="379" r:id="rId65"/>
    <p:sldId id="380" r:id="rId66"/>
    <p:sldId id="353" r:id="rId67"/>
    <p:sldId id="354" r:id="rId68"/>
    <p:sldId id="386" r:id="rId69"/>
    <p:sldId id="365" r:id="rId70"/>
    <p:sldId id="371" r:id="rId71"/>
    <p:sldId id="372" r:id="rId72"/>
    <p:sldId id="373" r:id="rId73"/>
    <p:sldId id="374" r:id="rId74"/>
    <p:sldId id="387" r:id="rId75"/>
    <p:sldId id="375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238125" y="497428"/>
            <a:ext cx="11715750" cy="5863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000" b="1" dirty="0">
                <a:solidFill>
                  <a:schemeClr val="accent5"/>
                </a:solidFill>
              </a:rPr>
              <a:t>COMPREHENSIVE NONLINEAR SEISMIC ASSESSMENT OF A PEDESTRIAN BRIDGE STEEL VIERENDEEL GIRDERS : AN OPENSEES FRAMEWORK FOR STATIC PUSHOVER, CYCLIC DEGRADATION, STATIC TIME-HISTORY AND DYNAMIC TIME-HISTORY ANALYSIS        </a:t>
            </a:r>
          </a:p>
          <a:p>
            <a:pPr algn="ctr"/>
            <a:r>
              <a:rPr lang="en-US" sz="1100" b="1" dirty="0">
                <a:solidFill>
                  <a:schemeClr val="accent3"/>
                </a:solidFill>
              </a:rPr>
              <a:t>THIS PROGRAM IS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741"/>
    </mc:Choice>
    <mc:Fallback xmlns="">
      <p:transition spd="slow" advTm="3374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08FA0-117C-D38D-EDF8-19CA10DC4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F75B79-E791-7B20-45C3-C186827A8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87"/>
            <a:ext cx="6505575" cy="6753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C4591A-4F6F-3326-1579-FEF8C2AB9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016" y="3814992"/>
            <a:ext cx="6380952" cy="1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74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15"/>
    </mc:Choice>
    <mc:Fallback xmlns="">
      <p:transition spd="slow" advTm="591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CD6F7-6814-2F94-4D25-48CB7C873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3F36A7-3D2B-763C-0675-83D26B2CC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544"/>
            <a:ext cx="12192000" cy="590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48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7"/>
    </mc:Choice>
    <mc:Fallback xmlns="">
      <p:transition spd="slow" advTm="53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FDCE0-7968-7EE0-492F-34B10771F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984BB6-1605-A5A1-116F-5FB8B3AD5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571" y="428"/>
            <a:ext cx="9142857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464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9"/>
    </mc:Choice>
    <mc:Fallback xmlns="">
      <p:transition spd="slow" advTm="97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25DDE-0DC8-3891-3464-2D6444A0B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27C10F-4E21-935A-C05A-F4D55E1A4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295" y="234786"/>
            <a:ext cx="600740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762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9"/>
    </mc:Choice>
    <mc:Fallback xmlns="">
      <p:transition spd="slow" advTm="97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C691-2A83-BCFA-633F-56921BAFD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2C71B6-5C4E-F29E-E461-138C6E96F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960"/>
            <a:ext cx="12192000" cy="654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883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03"/>
    </mc:Choice>
    <mc:Fallback xmlns="">
      <p:transition spd="slow" advTm="510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FE93E-821E-7C79-EE47-DC60F2EE8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C93530-3444-E86A-9E8E-9E59E9F33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502"/>
            <a:ext cx="12192000" cy="650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91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4"/>
    </mc:Choice>
    <mc:Fallback xmlns="">
      <p:transition spd="slow" advTm="111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1"/>
    </mc:Choice>
    <mc:Fallback xmlns="">
      <p:transition spd="slow" advTm="97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1C4431-6086-84EB-19D1-A02D5F5C7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849"/>
            <a:ext cx="12192000" cy="656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2"/>
    </mc:Choice>
    <mc:Fallback xmlns="">
      <p:transition spd="slow" advTm="85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117B-CD12-A128-A9F4-EBB15AF4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C8F19B-EC75-8E7F-6BE6-740E36990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5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3"/>
    </mc:Choice>
    <mc:Fallback xmlns="">
      <p:transition spd="slow" advTm="81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40"/>
    </mc:Choice>
    <mc:Fallback xmlns="">
      <p:transition spd="slow" advTm="114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A05472-E3A7-5FC5-FFC7-4A475CC4D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960"/>
            <a:ext cx="12192000" cy="654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7"/>
    </mc:Choice>
    <mc:Fallback xmlns="">
      <p:transition spd="slow" advTm="907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C2FE76-F753-970E-72EA-B73637D95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1"/>
    </mc:Choice>
    <mc:Fallback xmlns="">
      <p:transition spd="slow" advTm="92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09514-A27A-2C9F-6D01-0B2CFAED2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AA96E2-5D3E-0619-1847-78744C3D0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262" y="234786"/>
            <a:ext cx="927147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18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82"/>
    </mc:Choice>
    <mc:Fallback xmlns="">
      <p:transition spd="slow" advTm="782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2FC25-A885-4A53-CFD4-E86ADE3D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A75C3B-FEB5-767D-45D1-DFAFB61EA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94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0"/>
    </mc:Choice>
    <mc:Fallback xmlns="">
      <p:transition spd="slow" advTm="121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52352-CA8C-B49D-193E-E888DFD6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59A508-85E0-4CA0-94D0-582AF22DD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768" y="0"/>
            <a:ext cx="85824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05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2"/>
    </mc:Choice>
    <mc:Fallback xmlns="">
      <p:transition spd="slow" advTm="892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56"/>
    </mc:Choice>
    <mc:Fallback xmlns="">
      <p:transition spd="slow" advTm="4156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652636-2366-F48A-52CA-8406915E4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448"/>
            <a:ext cx="12192000" cy="658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30"/>
    </mc:Choice>
    <mc:Fallback xmlns="">
      <p:transition spd="slow" advTm="153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FE8607-391C-682E-EC4D-272BD1228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6"/>
    </mc:Choice>
    <mc:Fallback xmlns="">
      <p:transition spd="slow" advTm="806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9CA3E0-D6D1-8F16-44BE-FBC087D70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437" y="234786"/>
            <a:ext cx="92651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0"/>
    </mc:Choice>
    <mc:Fallback xmlns="">
      <p:transition spd="slow" advTm="51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5E38-14DA-6251-7C25-D4414428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8C0136-045B-B6E9-D092-E759FFB36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4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2"/>
    </mc:Choice>
    <mc:Fallback xmlns="">
      <p:transition spd="slow" advTm="842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56036-39E0-3FC5-BFB7-B4C7C45B6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A0DF0A-33AF-DEE8-98F0-E51E2FD98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099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2"/>
    </mc:Choice>
    <mc:Fallback xmlns="">
      <p:transition spd="slow" advTm="842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9F5F-3F08-460B-95CE-E74CA5BD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4A4B22-1FC0-BB46-B247-CD481A4E0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1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7"/>
    </mc:Choice>
    <mc:Fallback xmlns="">
      <p:transition spd="slow" advTm="777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17"/>
    </mc:Choice>
    <mc:Fallback xmlns="">
      <p:transition spd="slow" advTm="4917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51AD74-9367-AD06-CA92-370D2F574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989"/>
            <a:ext cx="12192000" cy="655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4"/>
    </mc:Choice>
    <mc:Fallback xmlns="">
      <p:transition spd="slow" advTm="734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DFC584-13AB-6839-56E2-D66086A9E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65" y="685800"/>
            <a:ext cx="884813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83"/>
    </mc:Choice>
    <mc:Fallback xmlns="">
      <p:transition spd="slow" advTm="983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448985-632B-2955-E695-44F472BE4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8"/>
    </mc:Choice>
    <mc:Fallback xmlns="">
      <p:transition spd="slow" advTm="898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E94FB6-3303-D8BA-5E5F-073D84311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7"/>
    </mc:Choice>
    <mc:Fallback xmlns="">
      <p:transition spd="slow" advTm="917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C418-E5BC-8617-2C8C-83DB5D0F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EBC5EE-3247-5B13-BE10-5FC967048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46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0"/>
    </mc:Choice>
    <mc:Fallback xmlns="">
      <p:transition spd="slow" advTm="57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C4A2F-1835-D9F2-F83F-C0B1C5EA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8D0EC8-74EB-CBEA-B611-A79AB3B9A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51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6"/>
    </mc:Choice>
    <mc:Fallback xmlns="">
      <p:transition spd="slow" advTm="806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80"/>
    </mc:Choice>
    <mc:Fallback xmlns="">
      <p:transition spd="slow" advTm="538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A4708B-1527-DA06-8FAD-C6C3D165F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187"/>
            <a:ext cx="12192000" cy="660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1"/>
    </mc:Choice>
    <mc:Fallback xmlns="">
      <p:transition spd="slow" advTm="111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08BEF7-8146-135A-B482-2CE76B797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90" y="228600"/>
            <a:ext cx="1032281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1"/>
    </mc:Choice>
    <mc:Fallback xmlns="">
      <p:transition spd="slow" advTm="97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56D8BA-7EAC-1240-63A2-E362E0582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34"/>
    </mc:Choice>
    <mc:Fallback xmlns="">
      <p:transition spd="slow" advTm="1034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759211-11E5-D385-A3A2-87FC5156D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8"/>
    </mc:Choice>
    <mc:Fallback xmlns="">
      <p:transition spd="slow" advTm="598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B14E48-2A7D-9AE4-37AC-27683FCA0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37" y="520550"/>
            <a:ext cx="923972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00"/>
    </mc:Choice>
    <mc:Fallback xmlns="">
      <p:transition spd="slow" advTm="35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66AB4-1EF3-AF97-DE08-B9054916D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9982E7-0D88-5538-A50B-C43E45F0E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363" y="520550"/>
            <a:ext cx="9195273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831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0D85D-ACDE-BD19-76BA-33C4B4CC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E5ECE9-F69E-090B-C0A6-74DEB6E07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714" y="453872"/>
            <a:ext cx="9182572" cy="595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8881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36A6F-686C-EF33-EA84-2516774E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A0F87A-F451-0647-3A79-53D0A6580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9" y="428471"/>
            <a:ext cx="9373082" cy="6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8179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C21C8-AAD5-C741-387B-56427E5C8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9677D7-F16D-CDA4-AEBB-EFB7809E0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437" y="428471"/>
            <a:ext cx="9265126" cy="6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514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4E615-CBBB-BDD8-E9B3-C55DFB6C2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BD50E1-7FC7-FAD0-848D-D69E7658F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765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AF0EB-1B14-B192-E230-61C55EF4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C67865-F259-B7F0-1A6C-32D572309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3005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AC8862-4015-350A-5777-2230677BF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B8EE8A-563B-4862-985C-C01512B0C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A37F9-8987-8A46-0CCC-FB40350C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029798-77A0-27CC-3B60-9FEC98BB7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9" y="234786"/>
            <a:ext cx="937308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6096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76A33F-7580-4E86-E9A8-F046A64D1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C2584-B6F1-E4AA-2324-111A7CEC6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04425D-0321-9585-5E3E-850942091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520550"/>
            <a:ext cx="904921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2243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1BEF-3325-33A6-3892-CF99FA7D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3E4870-1F9E-7D2C-23B4-7E741F26B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520550"/>
            <a:ext cx="904921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371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380E-CAE8-1CF1-4C2F-213CEC8A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B6F2E0-1FB8-8E25-BEFD-276287535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520550"/>
            <a:ext cx="904921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051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E8919-6457-5149-94BC-A88EE743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68AABD-CAC7-B22C-CC0E-A0ED7B9B0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428471"/>
            <a:ext cx="9049215" cy="6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210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E4813-C8EE-B4D7-A006-815E79EFE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192CC6-511E-6014-B8BD-767D50452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428471"/>
            <a:ext cx="9049215" cy="6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1703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9D1D-A3EC-2938-502A-DC646EEBF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BA049-50FD-16E5-1225-562638226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7308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3421-63C1-6532-6914-A005C0DB8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2CAA74-0EB4-4526-47CB-D07C27316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4077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75709-FA63-1D39-196C-24E5DCCEE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6B9420-5427-2C55-466E-27B49EDD2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2965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CB262-1775-2367-51F0-490A5D60A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17EB0F-05E9-9D9E-D357-D410FACA1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2896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F16F6F-DD87-B679-9859-370F5D636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46"/>
            <a:ext cx="12192000" cy="659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E281E0-8468-BB94-F78A-4B792C3CD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60B928-2483-673E-07C8-D2746EAAE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A56D8-1097-E2A0-60F8-784B1110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DD4A41-891A-1453-0721-4CB3F5633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520550"/>
            <a:ext cx="904921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0221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3B884-6B6E-74CD-2F89-A8B1A4AC9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5C00A6-DBC1-533E-0E51-3F4BD6F1C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520550"/>
            <a:ext cx="904921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5768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B5B1B-632F-98D0-F78E-2D434E1E6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7D7C47-E6A2-4A2B-72DD-B427ABA41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520550"/>
            <a:ext cx="9049215" cy="581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7840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17F72-D6F4-5EE6-AFCA-8D168D958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363BB3-6265-4BBE-2AE7-078840136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428471"/>
            <a:ext cx="9049215" cy="6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228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9E16A-A960-81C1-804E-6686FD027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824FD7-455D-965C-C0FE-2DDE7B328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428471"/>
            <a:ext cx="9049215" cy="600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298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BF8C-4B91-5CAE-8A2B-1129879B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251E30-33F8-5539-E7FE-A2C3A7426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488" y="234786"/>
            <a:ext cx="92270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1467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E5E8-41D4-E413-1FC2-3B9FA321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2D4752-7327-8722-AAFF-6BFDC25D4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9466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C84DF-C4B0-63A1-6038-1569F0173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736660-1051-FECA-40F2-02401CBFF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7990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1FFA2-BBB6-C8EC-C084-CD632FDE3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2246B6-F68C-8F4B-9F5C-D730C2315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24071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3A973-9B5B-D139-76F5-73C796D6E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C9CA34-3758-3014-3F68-0B1D07A27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4655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292A8-94EF-8CB0-D16F-310F5DCB0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EBDC9D-3E9F-97C3-1613-DA73FBD2E885}"/>
              </a:ext>
            </a:extLst>
          </p:cNvPr>
          <p:cNvSpPr txBox="1"/>
          <p:nvPr/>
        </p:nvSpPr>
        <p:spPr>
          <a:xfrm>
            <a:off x="2772091" y="612844"/>
            <a:ext cx="75295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b="1" dirty="0">
                <a:solidFill>
                  <a:schemeClr val="accent3"/>
                </a:solidFill>
              </a:rPr>
              <a:t>     </a:t>
            </a:r>
            <a:r>
              <a:rPr lang="en-US" b="1" dirty="0" err="1">
                <a:solidFill>
                  <a:schemeClr val="accent3"/>
                </a:solidFill>
              </a:rPr>
              <a:t>Disp</a:t>
            </a:r>
            <a:r>
              <a:rPr lang="en-US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b="1" dirty="0">
                <a:solidFill>
                  <a:schemeClr val="accent3"/>
                </a:solidFill>
              </a:rPr>
              <a:t>[[     0.              0.        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   285.24327587 146849.7612848 ]</a:t>
            </a:r>
          </a:p>
          <a:p>
            <a:r>
              <a:rPr lang="en-US" b="1" dirty="0">
                <a:solidFill>
                  <a:schemeClr val="accent3"/>
                </a:solidFill>
              </a:rPr>
              <a:t> [  1200.         217509.0131003 ]]</a:t>
            </a:r>
          </a:p>
          <a:p>
            <a:r>
              <a:rPr lang="en-US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Elastic Stiffness :     514.82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Plastic Stiffness :     181.26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Tangent Stiffness :     77.24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Ductility Ratio :       4.21</a:t>
            </a:r>
          </a:p>
          <a:p>
            <a:r>
              <a:rPr lang="en-US" b="1" dirty="0">
                <a:solidFill>
                  <a:schemeClr val="accent3"/>
                </a:solidFill>
              </a:rPr>
              <a:t> Structure Over Strength Factor:   1.48</a:t>
            </a:r>
          </a:p>
          <a:p>
            <a:r>
              <a:rPr lang="en-US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b="1" dirty="0">
                <a:solidFill>
                  <a:schemeClr val="accent3"/>
                </a:solidFill>
              </a:rPr>
              <a:t>Over Strength Coefficient (</a:t>
            </a:r>
            <a:r>
              <a:rPr lang="el-GR" b="1" dirty="0">
                <a:solidFill>
                  <a:schemeClr val="accent3"/>
                </a:solidFill>
              </a:rPr>
              <a:t>Ω0):      1.4812</a:t>
            </a:r>
          </a:p>
          <a:p>
            <a:r>
              <a:rPr lang="en-US" b="1" dirty="0">
                <a:solidFill>
                  <a:schemeClr val="accent3"/>
                </a:solidFill>
              </a:rPr>
              <a:t>Displacement Ductility Ratio (</a:t>
            </a:r>
            <a:r>
              <a:rPr lang="el-GR" b="1" dirty="0">
                <a:solidFill>
                  <a:schemeClr val="accent3"/>
                </a:solidFill>
              </a:rPr>
              <a:t>μ):    4.2069</a:t>
            </a:r>
          </a:p>
          <a:p>
            <a:r>
              <a:rPr lang="en-US" b="1" dirty="0">
                <a:solidFill>
                  <a:schemeClr val="accent3"/>
                </a:solidFill>
              </a:rPr>
              <a:t>Ductility Coefficient (R</a:t>
            </a:r>
            <a:r>
              <a:rPr lang="el-GR" b="1" dirty="0">
                <a:solidFill>
                  <a:schemeClr val="accent3"/>
                </a:solidFill>
              </a:rPr>
              <a:t>μ):          4.2069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Behavior Coefficient (R): 6.2312</a:t>
            </a:r>
          </a:p>
          <a:p>
            <a:r>
              <a:rPr lang="en-US" b="1" dirty="0">
                <a:solidFill>
                  <a:schemeClr val="accent3"/>
                </a:solidFill>
              </a:rPr>
              <a:t>Structural Ductility Damage Index in Y Direction: -30.9668 (%)</a:t>
            </a:r>
          </a:p>
        </p:txBody>
      </p:sp>
    </p:spTree>
    <p:extLst>
      <p:ext uri="{BB962C8B-B14F-4D97-AF65-F5344CB8AC3E}">
        <p14:creationId xmlns:p14="http://schemas.microsoft.com/office/powerpoint/2010/main" val="292005165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907B7-B767-E29A-5DEB-E7BDDB95C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4C2E91-D170-A4E3-99C6-4562BC773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268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E3733-6606-0091-3B3C-1C52F1524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C50932-7414-ADE4-6C8E-B8F4D8672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77340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B813F-52CB-8923-FB23-B81D6AE9F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97BA83-7836-6E80-E68F-BD22360CB310}"/>
              </a:ext>
            </a:extLst>
          </p:cNvPr>
          <p:cNvSpPr txBox="1"/>
          <p:nvPr/>
        </p:nvSpPr>
        <p:spPr>
          <a:xfrm>
            <a:off x="1" y="2767280"/>
            <a:ext cx="12192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</a:rPr>
              <a:t>Dissipated Energy from Earthquake= 257475.99 </a:t>
            </a:r>
            <a:r>
              <a:rPr lang="en-US" sz="2400" b="1" dirty="0" err="1">
                <a:solidFill>
                  <a:schemeClr val="accent3"/>
                </a:solidFill>
              </a:rPr>
              <a:t>N·mm</a:t>
            </a:r>
            <a:endParaRPr lang="en-US" sz="2400" b="1" dirty="0">
              <a:solidFill>
                <a:schemeClr val="accent3"/>
              </a:solidFill>
            </a:endParaRPr>
          </a:p>
          <a:p>
            <a:r>
              <a:rPr lang="en-US" sz="2400" b="1" dirty="0">
                <a:solidFill>
                  <a:schemeClr val="accent3"/>
                </a:solidFill>
              </a:rPr>
              <a:t>Dissipated Energy from Cyclic Displacement= 1090129949.20 </a:t>
            </a:r>
            <a:r>
              <a:rPr lang="en-US" sz="2400" b="1" dirty="0" err="1">
                <a:solidFill>
                  <a:schemeClr val="accent3"/>
                </a:solidFill>
              </a:rPr>
              <a:t>N·mm</a:t>
            </a:r>
            <a:endParaRPr lang="en-US" sz="2400" b="1" dirty="0">
              <a:solidFill>
                <a:schemeClr val="accent3"/>
              </a:solidFill>
            </a:endParaRPr>
          </a:p>
          <a:p>
            <a:endParaRPr lang="en-US" sz="2400" b="1" dirty="0">
              <a:solidFill>
                <a:schemeClr val="accent3"/>
              </a:solidFill>
            </a:endParaRPr>
          </a:p>
          <a:p>
            <a:r>
              <a:rPr lang="en-US" sz="2400" b="1" dirty="0">
                <a:solidFill>
                  <a:schemeClr val="accent3"/>
                </a:solidFill>
              </a:rPr>
              <a:t>	</a:t>
            </a:r>
            <a:r>
              <a:rPr lang="en-US" sz="2400" b="1" dirty="0">
                <a:solidFill>
                  <a:srgbClr val="FF0000"/>
                </a:solidFill>
              </a:rPr>
              <a:t>DISSIPATED ENERGY CAPACITY INDEX: 0.024 [%]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	ZONE 1: VERY MINOR DAMAGE</a:t>
            </a:r>
          </a:p>
        </p:txBody>
      </p:sp>
    </p:spTree>
    <p:extLst>
      <p:ext uri="{BB962C8B-B14F-4D97-AF65-F5344CB8AC3E}">
        <p14:creationId xmlns:p14="http://schemas.microsoft.com/office/powerpoint/2010/main" val="84069729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74659-A7B0-21EC-06CE-70654E6AB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00F541-376B-21C4-18B1-647AEDB8C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849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1610</TotalTime>
  <Words>214</Words>
  <Application>Microsoft Office PowerPoint</Application>
  <PresentationFormat>Widescreen</PresentationFormat>
  <Paragraphs>35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230</cp:revision>
  <cp:lastPrinted>2026-06-04T17:31:56Z</cp:lastPrinted>
  <dcterms:created xsi:type="dcterms:W3CDTF">2025-06-03T10:37:48Z</dcterms:created>
  <dcterms:modified xsi:type="dcterms:W3CDTF">2026-08-21T09:18:25Z</dcterms:modified>
</cp:coreProperties>
</file>