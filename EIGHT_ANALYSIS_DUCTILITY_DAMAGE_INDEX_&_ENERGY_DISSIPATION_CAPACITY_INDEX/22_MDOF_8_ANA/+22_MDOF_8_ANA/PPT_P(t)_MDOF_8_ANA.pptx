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80" r:id="rId6"/>
    <p:sldId id="381" r:id="rId7"/>
    <p:sldId id="382" r:id="rId8"/>
    <p:sldId id="383" r:id="rId9"/>
    <p:sldId id="259" r:id="rId10"/>
    <p:sldId id="323" r:id="rId11"/>
    <p:sldId id="302" r:id="rId12"/>
    <p:sldId id="324" r:id="rId13"/>
    <p:sldId id="306" r:id="rId14"/>
    <p:sldId id="336" r:id="rId15"/>
    <p:sldId id="346" r:id="rId16"/>
    <p:sldId id="354" r:id="rId17"/>
    <p:sldId id="355" r:id="rId18"/>
    <p:sldId id="368" r:id="rId19"/>
    <p:sldId id="367" r:id="rId20"/>
    <p:sldId id="304" r:id="rId21"/>
    <p:sldId id="261" r:id="rId22"/>
    <p:sldId id="325" r:id="rId23"/>
    <p:sldId id="337" r:id="rId24"/>
    <p:sldId id="347" r:id="rId25"/>
    <p:sldId id="356" r:id="rId26"/>
    <p:sldId id="357" r:id="rId27"/>
    <p:sldId id="387" r:id="rId28"/>
    <p:sldId id="308" r:id="rId29"/>
    <p:sldId id="265" r:id="rId30"/>
    <p:sldId id="326" r:id="rId31"/>
    <p:sldId id="266" r:id="rId32"/>
    <p:sldId id="309" r:id="rId33"/>
    <p:sldId id="348" r:id="rId34"/>
    <p:sldId id="358" r:id="rId35"/>
    <p:sldId id="359" r:id="rId36"/>
    <p:sldId id="311" r:id="rId37"/>
    <p:sldId id="312" r:id="rId38"/>
    <p:sldId id="327" r:id="rId39"/>
    <p:sldId id="313" r:id="rId40"/>
    <p:sldId id="314" r:id="rId41"/>
    <p:sldId id="315" r:id="rId42"/>
    <p:sldId id="349" r:id="rId43"/>
    <p:sldId id="360" r:id="rId44"/>
    <p:sldId id="361" r:id="rId45"/>
    <p:sldId id="263" r:id="rId46"/>
    <p:sldId id="329" r:id="rId47"/>
    <p:sldId id="268" r:id="rId48"/>
    <p:sldId id="269" r:id="rId49"/>
    <p:sldId id="342" r:id="rId50"/>
    <p:sldId id="374" r:id="rId51"/>
    <p:sldId id="375" r:id="rId52"/>
    <p:sldId id="363" r:id="rId53"/>
    <p:sldId id="376" r:id="rId54"/>
    <p:sldId id="378" r:id="rId55"/>
    <p:sldId id="320" r:id="rId56"/>
    <p:sldId id="384" r:id="rId57"/>
    <p:sldId id="275" r:id="rId58"/>
    <p:sldId id="328" r:id="rId59"/>
    <p:sldId id="276" r:id="rId60"/>
    <p:sldId id="343" r:id="rId61"/>
    <p:sldId id="350" r:id="rId62"/>
    <p:sldId id="362" r:id="rId63"/>
    <p:sldId id="364" r:id="rId64"/>
    <p:sldId id="386" r:id="rId65"/>
    <p:sldId id="366" r:id="rId66"/>
    <p:sldId id="371" r:id="rId67"/>
    <p:sldId id="373" r:id="rId68"/>
    <p:sldId id="365" r:id="rId69"/>
    <p:sldId id="385" r:id="rId70"/>
    <p:sldId id="388" r:id="rId71"/>
    <p:sldId id="372" r:id="rId72"/>
    <p:sldId id="390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212735"/>
            <a:ext cx="10287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MULTI-DEGREE-FREEDOM (MDOF) STRUCTURE: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</a:t>
            </a:r>
            <a:r>
              <a:rPr lang="en-US" sz="1200" b="1">
                <a:solidFill>
                  <a:schemeClr val="accent3"/>
                </a:solidFill>
              </a:rPr>
              <a:t>PROGRAM IS WRITTEN </a:t>
            </a:r>
            <a:r>
              <a:rPr lang="en-US" sz="1200" b="1" dirty="0">
                <a:solidFill>
                  <a:schemeClr val="accent3"/>
                </a:solidFill>
              </a:rPr>
              <a:t>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0EA17-4C5B-2A50-A8BB-07F2BB1B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" y="0"/>
            <a:ext cx="120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2EEA-8DD5-28DB-779E-FC07F397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3" y="0"/>
            <a:ext cx="439672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2081399" y="27144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F59486-EA6D-DEEE-25E8-B9911D7B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255627-F142-D654-6A48-0E2F4E228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596"/>
            <a:ext cx="12192000" cy="657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88531C-9145-5F81-465F-4B001349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2"/>
            <a:ext cx="12192000" cy="659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5554F-348F-78FD-8640-857D3528D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627822-C0D9-E67E-8FAD-F098D3962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46393E-B100-DDD7-D37E-D79CE1F3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23923-49A0-5DA8-39F2-F5A4D6E9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19F84-1D54-0F87-547B-883A67E6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6AC912-1C64-6664-4A93-FC0D7CAEF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40B450-FFF0-1345-5DB1-53A796ABD5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03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711D6-F9F4-14C8-4C4C-83E3606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31"/>
            <a:ext cx="12192000" cy="65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3A1B8F-1FD7-99C2-AD7F-32EFAA52C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F1E9D-925D-1B10-C8C0-477A4A73A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13417F-7683-5970-5832-C8E142FDE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8A2326-CDB3-9BAD-CE54-C8C0E01EC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41ABEE-69CA-923E-6F3A-1C2B9564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D5E4-947E-CB9C-F4CE-2E84BFF3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1DC3AA-6406-185E-A1F8-4AC84D0B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36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EC12B2-041C-CDAB-BF16-9E61E1090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AC755-87DD-454A-BFD0-C4E615D0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A1DEA-067D-4DAF-7970-9FC9BC25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04705C-6703-B158-C9D1-09EF64B34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5B4AA8-9DEE-0387-A6B5-DCF9CAE5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05649-6516-40CA-339B-A007A058A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10423-F9A0-0EE1-B190-15520AAE2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7F5F29-BA63-4327-B8A5-880DC790A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B1159B-7C50-6B4A-DD7F-6D3E8AD6C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9D27C8-C0AD-0C61-299B-E376A885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7FB8CF-C305-6EAC-3634-9FFACC3B1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4278A3-07D9-E0F4-40A9-35BEE80DE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59A98-F810-8781-5DF0-A9B6BB11F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0AF73-AF67-173B-0299-82C69E47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57"/>
            <a:ext cx="12192000" cy="65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7CB562-A815-61F6-A3A8-435184E49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52E53-6C94-FEA1-1EA6-68782F9F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58EDE8-33FB-5185-CEB9-13A9C74A6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C234-7D52-78C4-CB39-394D676D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AF6AC3-3EA9-2D4E-7E99-634E9B57A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419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2D43-838B-09BE-5292-CCF1DBF5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E9C445-4A50-8674-186B-DF11DD0A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02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72EEA-9D35-B1E6-6F29-BD0C7A877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8952-E1C9-525C-DBE9-45784BB9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9D348F-BC35-4E0F-67DD-5C85C60DB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69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35" y="130128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26" y="3793469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35" y="1332912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910" y="2512643"/>
            <a:ext cx="2644666" cy="1005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4C739-9857-D221-E51B-555276500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626" y="5222219"/>
            <a:ext cx="2647950" cy="1057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AEF9A5-5CEC-9F42-E2FF-6A6348DEB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1225" y="320040"/>
            <a:ext cx="9354106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555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0F1370-1DEF-593A-4C29-8A03104EE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188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589C-5D42-E374-FBA6-3C3A5EF2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57A82-6DC6-DDDE-A155-4312150F97B2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7569967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21703-D23E-5C7A-15AF-7E51A976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47"/>
            <a:ext cx="12192000" cy="66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D917E8-6AB5-C06F-2B01-611A3A7B6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DAC0A-E845-94FB-57D0-F1DB90C8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B4713-BCB3-7540-582B-6D67BCD4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B115FB-15BA-B5E2-C172-5988272C3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7DF1FF-AAC2-BB9C-2596-59863957F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45AF5-53C8-F7FF-2510-587E6D0D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182F-2AE2-7F6C-3844-739E4DCF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EB47BE-7046-BABA-385B-9A99CBB4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525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7485E-64C6-DD43-E3A2-8E74FC84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907E-D7E9-88E6-0CC8-667EF3F3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6C0048-336F-6D1A-F9FC-4B9AFECEB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338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135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FF1A-66D3-13C2-AD34-18944328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FCFB2-939E-F82F-65D1-AACB418614DA}"/>
              </a:ext>
            </a:extLst>
          </p:cNvPr>
          <p:cNvSpPr txBox="1"/>
          <p:nvPr/>
        </p:nvSpPr>
        <p:spPr>
          <a:xfrm>
            <a:off x="0" y="215172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Dissipated Energy from Earthquake= 0.20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Dissipated Energy from Cyclic Displacement= 301723.35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b="1" dirty="0">
                <a:solidFill>
                  <a:srgbClr val="FF0000"/>
                </a:solidFill>
              </a:rPr>
              <a:t>	DISSIPATED ENERGY CAPACITY INDEX: 0.000 [%]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6206539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FDAC8-2488-71C2-1609-1226B43A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A092A-0470-9070-5C27-FBB0989A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8E1493-55DF-4AD3-8056-AA99AF51D1BB}"/>
              </a:ext>
            </a:extLst>
          </p:cNvPr>
          <p:cNvSpPr txBox="1"/>
          <p:nvPr/>
        </p:nvSpPr>
        <p:spPr>
          <a:xfrm>
            <a:off x="3067285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[1.88856396e-02 8.49853783e+04]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[3.60000000e-01 9.95852288e+04]]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4500000.00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276625.64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42800.46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19.06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1.1718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19.0621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19.0621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22.3368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-5.5229 (%)</a:t>
            </a:r>
          </a:p>
        </p:txBody>
      </p:sp>
    </p:spTree>
    <p:extLst>
      <p:ext uri="{BB962C8B-B14F-4D97-AF65-F5344CB8AC3E}">
        <p14:creationId xmlns:p14="http://schemas.microsoft.com/office/powerpoint/2010/main" val="32553253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037A-B7F7-6A8D-9C7D-A8A9C35C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AA4AE-6DAA-3390-F86A-A7F5A8B8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502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FB10-D2A6-2554-D30D-41526819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01083A-57DD-17D1-A710-31041FEE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213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38C3-70C1-0CBF-D138-07FFFA21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C28B6-71F0-3392-E793-1347415E9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253</Words>
  <Application>Microsoft Office PowerPoint</Application>
  <PresentationFormat>Widescreen</PresentationFormat>
  <Paragraphs>42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155</cp:revision>
  <cp:lastPrinted>2026-03-23T10:01:33Z</cp:lastPrinted>
  <dcterms:created xsi:type="dcterms:W3CDTF">2025-06-03T10:37:48Z</dcterms:created>
  <dcterms:modified xsi:type="dcterms:W3CDTF">2026-08-24T09:10:21Z</dcterms:modified>
</cp:coreProperties>
</file>