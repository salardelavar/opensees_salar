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4" r:id="rId3"/>
    <p:sldId id="363" r:id="rId4"/>
    <p:sldId id="360" r:id="rId5"/>
    <p:sldId id="383" r:id="rId6"/>
    <p:sldId id="381" r:id="rId7"/>
    <p:sldId id="382" r:id="rId8"/>
    <p:sldId id="341" r:id="rId9"/>
    <p:sldId id="370" r:id="rId10"/>
    <p:sldId id="259" r:id="rId11"/>
    <p:sldId id="323" r:id="rId12"/>
    <p:sldId id="303" r:id="rId13"/>
    <p:sldId id="302" r:id="rId14"/>
    <p:sldId id="324" r:id="rId15"/>
    <p:sldId id="336" r:id="rId16"/>
    <p:sldId id="342" r:id="rId17"/>
    <p:sldId id="347" r:id="rId18"/>
    <p:sldId id="348" r:id="rId19"/>
    <p:sldId id="304" r:id="rId20"/>
    <p:sldId id="261" r:id="rId21"/>
    <p:sldId id="325" r:id="rId22"/>
    <p:sldId id="337" r:id="rId23"/>
    <p:sldId id="343" r:id="rId24"/>
    <p:sldId id="385" r:id="rId25"/>
    <p:sldId id="307" r:id="rId26"/>
    <p:sldId id="308" r:id="rId27"/>
    <p:sldId id="265" r:id="rId28"/>
    <p:sldId id="326" r:id="rId29"/>
    <p:sldId id="266" r:id="rId30"/>
    <p:sldId id="309" r:id="rId31"/>
    <p:sldId id="310" r:id="rId32"/>
    <p:sldId id="349" r:id="rId33"/>
    <p:sldId id="311" r:id="rId34"/>
    <p:sldId id="312" r:id="rId35"/>
    <p:sldId id="327" r:id="rId36"/>
    <p:sldId id="313" r:id="rId37"/>
    <p:sldId id="314" r:id="rId38"/>
    <p:sldId id="315" r:id="rId39"/>
    <p:sldId id="330" r:id="rId40"/>
    <p:sldId id="331" r:id="rId41"/>
    <p:sldId id="338" r:id="rId42"/>
    <p:sldId id="318" r:id="rId43"/>
    <p:sldId id="319" r:id="rId44"/>
    <p:sldId id="350" r:id="rId45"/>
    <p:sldId id="268" r:id="rId46"/>
    <p:sldId id="263" r:id="rId47"/>
    <p:sldId id="329" r:id="rId48"/>
    <p:sldId id="361" r:id="rId49"/>
    <p:sldId id="269" r:id="rId50"/>
    <p:sldId id="270" r:id="rId51"/>
    <p:sldId id="332" r:id="rId52"/>
    <p:sldId id="333" r:id="rId53"/>
    <p:sldId id="339" r:id="rId54"/>
    <p:sldId id="366" r:id="rId55"/>
    <p:sldId id="271" r:id="rId56"/>
    <p:sldId id="274" r:id="rId57"/>
    <p:sldId id="386" r:id="rId58"/>
    <p:sldId id="351" r:id="rId59"/>
    <p:sldId id="320" r:id="rId60"/>
    <p:sldId id="275" r:id="rId61"/>
    <p:sldId id="328" r:id="rId62"/>
    <p:sldId id="276" r:id="rId63"/>
    <p:sldId id="376" r:id="rId64"/>
    <p:sldId id="377" r:id="rId65"/>
    <p:sldId id="378" r:id="rId66"/>
    <p:sldId id="379" r:id="rId67"/>
    <p:sldId id="380" r:id="rId68"/>
    <p:sldId id="353" r:id="rId69"/>
    <p:sldId id="354" r:id="rId70"/>
    <p:sldId id="387" r:id="rId71"/>
    <p:sldId id="365" r:id="rId72"/>
    <p:sldId id="371" r:id="rId73"/>
    <p:sldId id="372" r:id="rId74"/>
    <p:sldId id="373" r:id="rId75"/>
    <p:sldId id="374" r:id="rId76"/>
    <p:sldId id="384" r:id="rId77"/>
    <p:sldId id="375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663327"/>
            <a:ext cx="10287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COMPREHENSIVE NONLINEAR SEISMIC ASSESSMENT OF A COMPOSITE BEAM SECTION SIMPILY SUPPORTED 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41"/>
    </mc:Choice>
    <mc:Fallback xmlns="">
      <p:transition spd="slow" advTm="337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8FA0-117C-D38D-EDF8-19CA10DC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9BAF5A-F487-7EBC-10AC-173CF1151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2" y="0"/>
            <a:ext cx="653038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C4591A-4F6F-3326-1579-FEF8C2AB9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153" y="3572104"/>
            <a:ext cx="6380952" cy="1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4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15"/>
    </mc:Choice>
    <mc:Fallback xmlns="">
      <p:transition spd="slow" advTm="59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D6F7-6814-2F94-4D25-48CB7C87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3F36A7-3D2B-763C-0675-83D26B2C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544"/>
            <a:ext cx="12192000" cy="59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4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7"/>
    </mc:Choice>
    <mc:Fallback xmlns="">
      <p:transition spd="slow" advTm="53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16EE-DA5B-7389-9EBE-68FB26E3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99AF9-2C7E-FD22-13D8-A2342E5BC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89" y="137160"/>
            <a:ext cx="8783221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1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"/>
    </mc:Choice>
    <mc:Fallback xmlns="">
      <p:transition spd="slow" advTm="9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E87C-58D5-113E-B599-AA7B29569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F94CE3-26F2-6DF1-E84F-48D4C7166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53" y="457200"/>
            <a:ext cx="999349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5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"/>
    </mc:Choice>
    <mc:Fallback xmlns="">
      <p:transition spd="slow" advTm="97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74FB-DC47-8B5F-FFA8-B20A4C87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C3062-FD71-F70C-2F55-CD9D87762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285" y="228600"/>
            <a:ext cx="888743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9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"/>
    </mc:Choice>
    <mc:Fallback xmlns="">
      <p:transition spd="slow" advTm="97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FDCE0-7968-7EE0-492F-34B10771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AE0CED-1830-1F37-9A17-CE1C8AA83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18" y="1783080"/>
            <a:ext cx="11099763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"/>
    </mc:Choice>
    <mc:Fallback xmlns="">
      <p:transition spd="slow" advTm="97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553B0-27D9-75DB-6A52-81CB20F45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03"/>
    </mc:Choice>
    <mc:Fallback xmlns="">
      <p:transition spd="slow" advTm="510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E93E-821E-7C79-EE47-DC60F2EE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B448C8-847E-64C1-844F-AA3447D5F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447"/>
            <a:ext cx="12192000" cy="648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1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4"/>
    </mc:Choice>
    <mc:Fallback xmlns="">
      <p:transition spd="slow" advTm="111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1"/>
    </mc:Choice>
    <mc:Fallback xmlns="">
      <p:transition spd="slow" advTm="97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12B17C-2644-BF95-0BDC-91202BCA1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2"/>
    </mc:Choice>
    <mc:Fallback xmlns="">
      <p:transition spd="slow" advTm="85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B5BF5-C6D0-4DB0-185D-58D95EBF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99" y="0"/>
            <a:ext cx="847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3"/>
    </mc:Choice>
    <mc:Fallback xmlns="">
      <p:transition spd="slow" advTm="81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0"/>
    </mc:Choice>
    <mc:Fallback xmlns="">
      <p:transition spd="slow" advTm="114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41C297-DD7A-6DFA-C64B-CD844F071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7"/>
    </mc:Choice>
    <mc:Fallback xmlns="">
      <p:transition spd="slow" advTm="90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E233F3-0035-8D26-1A09-4AF40CED0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1"/>
    </mc:Choice>
    <mc:Fallback xmlns="">
      <p:transition spd="slow" advTm="92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3AB0AE-6CD8-93B1-4E93-894BCD2E3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2"/>
    </mc:Choice>
    <mc:Fallback xmlns="">
      <p:transition spd="slow" advTm="78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E3F9F8-370C-D271-1C48-7B89FA4F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0"/>
    </mc:Choice>
    <mc:Fallback xmlns="">
      <p:transition spd="slow" advTm="121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2352-CA8C-B49D-193E-E888DFD6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057E7-43DF-AFF2-81F0-D0F2BC6FA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99" y="0"/>
            <a:ext cx="847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0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2"/>
    </mc:Choice>
    <mc:Fallback xmlns="">
      <p:transition spd="slow" advTm="89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56"/>
    </mc:Choice>
    <mc:Fallback xmlns="">
      <p:transition spd="slow" advTm="415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BBC568-B9FA-8DF2-46D1-28582D2A4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0"/>
    </mc:Choice>
    <mc:Fallback xmlns="">
      <p:transition spd="slow" advTm="153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D7F9B-A452-9A04-1F99-88848C2DA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6"/>
    </mc:Choice>
    <mc:Fallback xmlns="">
      <p:transition spd="slow" advTm="80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64F9D6-0335-D4ED-3AFD-9668043DA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0"/>
    </mc:Choice>
    <mc:Fallback xmlns="">
      <p:transition spd="slow" advTm="51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3FF860-7ACB-5145-B7FB-86E412416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2"/>
    </mc:Choice>
    <mc:Fallback xmlns="">
      <p:transition spd="slow" advTm="84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94C9A-3ADB-01B5-98A6-EAFB3D9C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9B1B18-9FBF-D366-6717-EC99661D4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99965"/>
            <a:ext cx="630587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7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2"/>
    </mc:Choice>
    <mc:Fallback xmlns="">
      <p:transition spd="slow" advTm="842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D09A1-DE24-8F61-7C49-3C9AB80F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99" y="0"/>
            <a:ext cx="847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7"/>
    </mc:Choice>
    <mc:Fallback xmlns="">
      <p:transition spd="slow" advTm="77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7"/>
    </mc:Choice>
    <mc:Fallback xmlns="">
      <p:transition spd="slow" advTm="4917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48E19-73C0-35C7-625D-E260848D7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33"/>
            <a:ext cx="12192000" cy="66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"/>
    </mc:Choice>
    <mc:Fallback xmlns="">
      <p:transition spd="slow" advTm="734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"/>
    </mc:Choice>
    <mc:Fallback xmlns="">
      <p:transition spd="slow" advTm="983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47C33-269D-4F75-0E95-591FCEA7B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8"/>
    </mc:Choice>
    <mc:Fallback xmlns="">
      <p:transition spd="slow" advTm="898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FD9382-A7CF-EA93-FAF9-878495B0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7"/>
    </mc:Choice>
    <mc:Fallback xmlns="">
      <p:transition spd="slow" advTm="917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F43ACF-AA8B-AFB0-906F-78BCB48C0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0"/>
    </mc:Choice>
    <mc:Fallback xmlns="">
      <p:transition spd="slow" advTm="57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CC85F8-CD69-F599-7F1F-7F0A68CF9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99" y="0"/>
            <a:ext cx="847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6"/>
    </mc:Choice>
    <mc:Fallback xmlns="">
      <p:transition spd="slow" advTm="80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80"/>
    </mc:Choice>
    <mc:Fallback xmlns="">
      <p:transition spd="slow" advTm="538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2DED48-9DED-43BB-F58E-44FFBFABC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481"/>
            <a:ext cx="12192000" cy="653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1"/>
    </mc:Choice>
    <mc:Fallback xmlns="">
      <p:transition spd="slow" advTm="111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1"/>
    </mc:Choice>
    <mc:Fallback xmlns="">
      <p:transition spd="slow" advTm="97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3642EF-84FC-857C-8D55-B1CE7A38D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4"/>
    </mc:Choice>
    <mc:Fallback xmlns="">
      <p:transition spd="slow" advTm="1034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B0D87F-F232-9C77-53C7-6449C01A6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8"/>
    </mc:Choice>
    <mc:Fallback xmlns="">
      <p:transition spd="slow" advTm="598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0E33AB-46B3-4D8C-1298-454926712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520550"/>
            <a:ext cx="923972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0"/>
    </mc:Choice>
    <mc:Fallback xmlns="">
      <p:transition spd="slow" advTm="35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C6DC84-B4B8-FEC7-28FF-3E45C5B2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312" y="520550"/>
            <a:ext cx="923337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BCC5E0-6D5B-2CA4-F842-E9B87AE3D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40" y="453872"/>
            <a:ext cx="9138120" cy="5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749EF7-2453-CCE1-1F6E-6B1141C4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408" y="428471"/>
            <a:ext cx="9411184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C29409-A63F-AC53-0C22-BB89FCFA3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685" y="428471"/>
            <a:ext cx="9328629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869350-4040-00C5-7399-4299BAF3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398C5-87A6-85A6-E5F4-B207571A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3054B4-18C3-E043-E6D7-DBFC25B45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99" y="0"/>
            <a:ext cx="847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A5126E-66D8-2831-9C81-D101093C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539"/>
            <a:ext cx="12192000" cy="654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37F9-8987-8A46-0CCC-FB40350C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3925AF-96BF-4FEB-8C68-8CA6F8906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09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C015DA-E754-69C9-38FB-2CE25255B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59A577-4CD1-02B3-3D23-5DB1AD945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57A12-22F4-A520-66D0-8F5C791AA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11297-228A-B907-7E13-8FBD57B7A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C8C106-9FB7-CCD3-023F-8FF8582F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4813-C8EE-B4D7-A006-815E79EF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889A65-46DC-7C57-66C7-207725109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703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EA18FF-AD66-FB29-A90C-C98F5BF4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ABFBDC-D35A-C330-90B5-12BA24478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559B3-0FB4-CCA7-F89B-5059EC30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24DB6-B7DA-BA0B-BC3D-C16A7DDB6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99965"/>
            <a:ext cx="6305874" cy="52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599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BC945A-A8A5-37A5-1E0E-D63670A97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99" y="0"/>
            <a:ext cx="847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FC7183-3A72-32AD-F1D4-DA2A02C8D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77"/>
            <a:ext cx="12192000" cy="661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ADC9A-FFE6-721E-9697-F3F4BD9F0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74DE97-D622-1953-82B9-95B48B5DB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56D8-1097-E2A0-60F8-784B1110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4C89A3-9C87-40A8-E00D-FCA63396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221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B884-6B6E-74CD-2F89-A8B1A4AC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DF88C8-CE79-C699-A278-6AA7F0F31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768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B5B1B-632F-98D0-F78E-2D434E1E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B5823-E153-6E7A-C9B0-A2D6D4BA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840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7F72-D6F4-5EE6-AFCA-8D168D95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98684-D0C8-355D-1504-E96A716C8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228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E16A-A960-81C1-804E-6686FD027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37786A-CB06-B71B-F7C6-B0FD962E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298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5A406-7C53-D4B1-75B0-3DA74534B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A8733-E74D-74C5-5544-D9AC1B0F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9B243-3317-6A7E-9136-52F11CB0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7FA631-3D8B-085A-F25B-284D00012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529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1FFA2-BBB6-C8EC-C084-CD632FDE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BACE7A-B52E-B57D-6B52-7A7FD1DD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299" y="0"/>
            <a:ext cx="847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407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3A973-9B5B-D139-76F5-73C796D6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DC4555-6E6B-F898-0F5E-990AD8CD1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65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92A8-94EF-8CB0-D16F-310F5DCB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EBDC9D-3E9F-97C3-1613-DA73FBD2E885}"/>
              </a:ext>
            </a:extLst>
          </p:cNvPr>
          <p:cNvSpPr txBox="1"/>
          <p:nvPr/>
        </p:nvSpPr>
        <p:spPr>
          <a:xfrm>
            <a:off x="2643503" y="181957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[4.56219262e+01 4.08222187e+06]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[2.00000000e+02 4.19196500e+06]]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89479.38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20959.82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710.87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4.38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1.03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1.0269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4.3839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4.3839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4.5017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Structural Ductility Damage Index in Y Direction: -26.3043 (%)</a:t>
            </a:r>
          </a:p>
        </p:txBody>
      </p:sp>
    </p:spTree>
    <p:extLst>
      <p:ext uri="{BB962C8B-B14F-4D97-AF65-F5344CB8AC3E}">
        <p14:creationId xmlns:p14="http://schemas.microsoft.com/office/powerpoint/2010/main" val="29200516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07B7-B767-E29A-5DEB-E7BDDB95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C0943A4-3485-6EAF-F470-80A3AE5F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26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3733-6606-0091-3B3C-1C52F152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B33031-7F4F-E5E5-6ED2-380B171C6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7340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C258-2BC1-DD45-EFC7-37154294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D34AD1-47B5-93D3-F8B8-D27BF6F73EAF}"/>
              </a:ext>
            </a:extLst>
          </p:cNvPr>
          <p:cNvSpPr txBox="1"/>
          <p:nvPr/>
        </p:nvSpPr>
        <p:spPr>
          <a:xfrm>
            <a:off x="0" y="2305615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4178336.21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8658710171.16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0.048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20811801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4659-A7B0-21EC-06CE-70654E6AB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CBC93F-4EFF-40BE-25FD-0999416B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4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223</Words>
  <Application>Microsoft Office PowerPoint</Application>
  <PresentationFormat>Widescreen</PresentationFormat>
  <Paragraphs>35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216</cp:revision>
  <cp:lastPrinted>2026-06-04T17:31:56Z</cp:lastPrinted>
  <dcterms:created xsi:type="dcterms:W3CDTF">2025-06-03T10:37:48Z</dcterms:created>
  <dcterms:modified xsi:type="dcterms:W3CDTF">2026-08-20T22:16:28Z</dcterms:modified>
</cp:coreProperties>
</file>