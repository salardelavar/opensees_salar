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41" r:id="rId4"/>
    <p:sldId id="259" r:id="rId5"/>
    <p:sldId id="323" r:id="rId6"/>
    <p:sldId id="303" r:id="rId7"/>
    <p:sldId id="302" r:id="rId8"/>
    <p:sldId id="324" r:id="rId9"/>
    <p:sldId id="390" r:id="rId10"/>
    <p:sldId id="342" r:id="rId11"/>
    <p:sldId id="347" r:id="rId12"/>
    <p:sldId id="378" r:id="rId13"/>
    <p:sldId id="379" r:id="rId14"/>
    <p:sldId id="380" r:id="rId15"/>
    <p:sldId id="304" r:id="rId16"/>
    <p:sldId id="261" r:id="rId17"/>
    <p:sldId id="414" r:id="rId18"/>
    <p:sldId id="337" r:id="rId19"/>
    <p:sldId id="325" r:id="rId20"/>
    <p:sldId id="343" r:id="rId21"/>
    <p:sldId id="308" r:id="rId22"/>
    <p:sldId id="265" r:id="rId23"/>
    <p:sldId id="326" r:id="rId24"/>
    <p:sldId id="266" r:id="rId25"/>
    <p:sldId id="309" r:id="rId26"/>
    <p:sldId id="310" r:id="rId27"/>
    <p:sldId id="311" r:id="rId28"/>
    <p:sldId id="312" r:id="rId29"/>
    <p:sldId id="327" r:id="rId30"/>
    <p:sldId id="313" r:id="rId31"/>
    <p:sldId id="314" r:id="rId32"/>
    <p:sldId id="391" r:id="rId33"/>
    <p:sldId id="392" r:id="rId34"/>
    <p:sldId id="393" r:id="rId35"/>
    <p:sldId id="394" r:id="rId36"/>
    <p:sldId id="395" r:id="rId37"/>
    <p:sldId id="396" r:id="rId38"/>
    <p:sldId id="397" r:id="rId39"/>
    <p:sldId id="268" r:id="rId40"/>
    <p:sldId id="263" r:id="rId41"/>
    <p:sldId id="329" r:id="rId42"/>
    <p:sldId id="375" r:id="rId43"/>
    <p:sldId id="358" r:id="rId44"/>
    <p:sldId id="398" r:id="rId45"/>
    <p:sldId id="399" r:id="rId46"/>
    <p:sldId id="400" r:id="rId47"/>
    <p:sldId id="401" r:id="rId48"/>
    <p:sldId id="402" r:id="rId49"/>
    <p:sldId id="403" r:id="rId50"/>
    <p:sldId id="404" r:id="rId51"/>
    <p:sldId id="415" r:id="rId52"/>
    <p:sldId id="339" r:id="rId53"/>
    <p:sldId id="320" r:id="rId54"/>
    <p:sldId id="275" r:id="rId55"/>
    <p:sldId id="328" r:id="rId56"/>
    <p:sldId id="276" r:id="rId57"/>
    <p:sldId id="405" r:id="rId58"/>
    <p:sldId id="406" r:id="rId59"/>
    <p:sldId id="407" r:id="rId60"/>
    <p:sldId id="408" r:id="rId61"/>
    <p:sldId id="409" r:id="rId62"/>
    <p:sldId id="410" r:id="rId63"/>
    <p:sldId id="411" r:id="rId64"/>
    <p:sldId id="416" r:id="rId65"/>
    <p:sldId id="382" r:id="rId66"/>
    <p:sldId id="346" r:id="rId67"/>
    <p:sldId id="412" r:id="rId68"/>
    <p:sldId id="373" r:id="rId69"/>
    <p:sldId id="377" r:id="rId70"/>
    <p:sldId id="413" r:id="rId71"/>
    <p:sldId id="376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798699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TWO ELEMENTS TRUSS: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5EB0B2-B3CC-E62F-E9C1-EFFEAB623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45" y="0"/>
            <a:ext cx="98647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C1415A-6C71-6274-BD16-38A4AE7F6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06"/>
            <a:ext cx="12192000" cy="658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AE264-8CBE-AA70-96BA-D4D9FA1BA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06"/>
            <a:ext cx="12192000" cy="658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5E38B0-94DB-17A2-D13B-1E1742A7D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6790DF-7959-385D-5365-FA197092C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D5D8-C543-9E9B-C8BE-764CF4796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36284E-C33C-6601-2A9E-F4DB92CF8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10D6EB-2D2F-0AAF-E644-08E95964EFC6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1000.0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55049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063308-F237-A67D-6D53-B3A242E7B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234786"/>
            <a:ext cx="9271476" cy="63884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AC933A-AD50-311C-0265-931E0959CA1A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1000.0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D682CB-B981-FA6F-A224-83C770494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68" y="0"/>
            <a:ext cx="85824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48B7A5-4CC1-49DE-2A8F-849FD41C7997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1000.0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ADAB-6B93-EBBA-9BD8-245DC18B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AB0469-CBB4-D9AD-1C08-1F03E6969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916649-26DC-7ED0-4188-BA20559B6E4E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100.0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3299579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E953C-3737-8551-0A2D-06158472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6A162D-1471-8E08-E29E-B5E699477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E935BF-3481-D340-1527-EA5261266F7E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100.0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3725193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1CBA-CA0C-0E80-C1A3-505152E2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BA91C-6AB5-7E00-1744-DF13D892F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8195DA-6413-EA7D-3B80-FBC8DA56FEA8}"/>
              </a:ext>
            </a:extLst>
          </p:cNvPr>
          <p:cNvSpPr txBox="1"/>
          <p:nvPr/>
        </p:nvSpPr>
        <p:spPr>
          <a:xfrm>
            <a:off x="4276164" y="2459504"/>
            <a:ext cx="4424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For 100.0 mm Vertical Displacement </a:t>
            </a:r>
          </a:p>
        </p:txBody>
      </p:sp>
    </p:spTree>
    <p:extLst>
      <p:ext uri="{BB962C8B-B14F-4D97-AF65-F5344CB8AC3E}">
        <p14:creationId xmlns:p14="http://schemas.microsoft.com/office/powerpoint/2010/main" val="3456717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9E4CE7-8C4B-A60A-F0A3-653E8AD17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470"/>
            <a:ext cx="12192000" cy="655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8C44-0F1A-1A58-5C06-6AC5FB77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8ED16-F44C-43C0-74D5-88E3B2C56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96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A38648-8D64-3B95-C07C-85C0A1BBB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F6872-3E53-E25D-2AF3-F7BA3E46E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99965"/>
            <a:ext cx="630587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D7284-8246-E107-D2A1-B7BA2E7AE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0F43BD-1A53-10B4-4DD0-EE11E5752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F124B-17BA-4FD0-373C-707489BC9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D64891-F2C0-A4CA-9BCB-66E603F3A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074871-CD99-3CF6-87AB-481B9880D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74F857-B12B-D5FD-605E-210944274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006B1F-2B08-447D-698F-83033B9E8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EE629-8792-6AF4-8D74-B6533E90E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FE0A-CF67-5D32-2768-8EA5EE7B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6467B2-6942-5A8A-768D-BBF44D17F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95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F5BF-EB7F-76C7-78CC-65295187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6D5C0-CD01-7BB5-CDBE-D71164086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2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537E6-3AD3-F927-25F2-2B5D727A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BE6A46-451C-E0DE-777E-0D52AD1AF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94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ADD67-82FE-F569-B1A8-17E714E3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068B6-495D-DB25-5C84-BE67A2794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733286"/>
            <a:ext cx="922702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629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7C43-10A1-5253-66B3-8AC70374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E498A5-E743-536D-27D1-5CD22E15F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733286"/>
            <a:ext cx="934768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1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95E00-E0CA-3421-2316-420DE9E4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CFF79-F239-9F2B-AD2A-FCAC899E4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35" y="733286"/>
            <a:ext cx="934133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053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DDF5-E8FF-283C-850A-6BAB31ACD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780AA-004C-E2B1-7C79-C6B71137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822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99C7C1-52FB-4A94-47F2-DD325CF7D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D5B63B2-BD8A-1925-F030-C450E342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41"/>
            <a:ext cx="12192000" cy="654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1536-A4AC-57D9-B027-20C4DD37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55F85B-2967-D2BC-9007-30641D524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986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D19A-F009-1509-C0CB-235A5B18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59856-BF3D-0FF8-829C-55DC07DF6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53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A9BC-9089-483F-B0FF-B2C3F5FC3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281EF1-5BC4-3081-A5EB-FCD386D60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566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F346-72BB-76FD-052A-F74F719E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044756-911B-0141-3A73-52E8D6E69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922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7621C-AF94-2677-7328-96E5CA66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2B8051-C787-4867-20BB-BA9D51F44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314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068FB-A217-4C6A-6D57-EC33DB91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4D83C8-C25D-F971-3656-1F548DE7B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99965"/>
            <a:ext cx="9049215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361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0979-AC12-B92B-D337-6A0EC6A3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41255-9E6D-10FE-5170-E0159C31D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636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8FC65-0DF7-0176-75A5-991566CB1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9F7E35-8AAB-0623-FBF2-4D3935D6B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286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A6F6-36D1-0D2B-EB22-94BB5E01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EED237-7174-2733-7CF6-0CDF9BE22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915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659E-8B87-2DA4-2C63-F32C64C6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2FB812-E530-238A-EA50-3A20F71BF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455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C8C349-FD68-A437-E8EB-0AA8664A4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5E28D5-833C-CC7A-5C30-579363AA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104"/>
            <a:ext cx="12192000" cy="662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39E7AD-924A-594E-5470-58ABCB396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9982B-198E-A0A0-7FB3-C466F1478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6DF1F-1F10-32B0-FC2A-1D2D1F47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0B4179-1B6A-6C1C-768C-5A08337D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114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1818-4162-1BBB-A7B6-F3A507471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9B9B58-BDB4-9F43-4841-60B86A988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101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D6DE-4CA3-F88C-73E9-D62477FD8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2FD253-B47F-D142-CD49-7F9FEE8B6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5181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15676-2E93-7047-827D-F0C4245D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9A2DF8-F1B7-838B-7970-A9CB26F7C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970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9AC17-504F-A6EE-3D7D-9862D0B3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A67B65-A5D4-91BE-8281-CF042776D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216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26B6B-F135-26B7-B2AD-C7CCDB0E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91C97-4F9B-A10E-44F8-A08E35713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220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716B-57FC-D65E-639A-57DACDF8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71FECE-CA2D-C0D4-A27A-27AA39E75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446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5862-5F4D-8BA2-558D-2238C38A6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81CEB-8A28-51D2-207E-A5DE2631C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69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2321D-E3C9-794A-A3C0-C8564632E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D4B56-03F7-4A3E-0629-222AA694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577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3C382-1813-FA7D-9F33-154E9EC6A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5E61-91F3-0F74-9A70-6651E877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E70CD9-BD0E-927A-5E0A-D1307A92AD4E}"/>
              </a:ext>
            </a:extLst>
          </p:cNvPr>
          <p:cNvSpPr txBox="1"/>
          <p:nvPr/>
        </p:nvSpPr>
        <p:spPr>
          <a:xfrm>
            <a:off x="2822900" y="305068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[1.19868464e+01 3.83386222e+06]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[1.00000000e+02 3.85055817e+06]]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319839.10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38505.58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189.70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8.34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1.00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1.0044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8.3425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8.3425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8.3788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Y Direction: 15.6090 (%)</a:t>
            </a:r>
          </a:p>
        </p:txBody>
      </p:sp>
    </p:spTree>
    <p:extLst>
      <p:ext uri="{BB962C8B-B14F-4D97-AF65-F5344CB8AC3E}">
        <p14:creationId xmlns:p14="http://schemas.microsoft.com/office/powerpoint/2010/main" val="32179825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AE539-618C-5D32-887F-F130F12B1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3D8F2C-95EF-A3FE-7F73-EBF10882C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089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9ECA-A366-B712-BB77-206902BE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B270A6-272B-BEF5-A764-AE0AAA60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9350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81984-25BE-CA6F-E384-F39DD3BF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F17E3F-E910-6AED-7BF0-25CB614EC10D}"/>
              </a:ext>
            </a:extLst>
          </p:cNvPr>
          <p:cNvSpPr txBox="1"/>
          <p:nvPr/>
        </p:nvSpPr>
        <p:spPr>
          <a:xfrm>
            <a:off x="0" y="2151727"/>
            <a:ext cx="12192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3"/>
                </a:solidFill>
              </a:rPr>
              <a:t>Dissipated Energy from Earthquake= 549146887.75 </a:t>
            </a:r>
            <a:r>
              <a:rPr lang="en-US" sz="3000" b="1" dirty="0" err="1">
                <a:solidFill>
                  <a:schemeClr val="accent3"/>
                </a:solidFill>
              </a:rPr>
              <a:t>N·mm</a:t>
            </a:r>
            <a:endParaRPr lang="en-US" sz="3000" b="1" dirty="0">
              <a:solidFill>
                <a:schemeClr val="accent3"/>
              </a:solidFill>
            </a:endParaRPr>
          </a:p>
          <a:p>
            <a:r>
              <a:rPr lang="en-US" sz="3000" b="1" dirty="0">
                <a:solidFill>
                  <a:schemeClr val="accent3"/>
                </a:solidFill>
              </a:rPr>
              <a:t>Dissipated Energy from Cyclic Displacement= 2294934998.41 </a:t>
            </a:r>
            <a:r>
              <a:rPr lang="en-US" sz="3000" b="1" dirty="0" err="1">
                <a:solidFill>
                  <a:schemeClr val="accent3"/>
                </a:solidFill>
              </a:rPr>
              <a:t>N·mm</a:t>
            </a:r>
            <a:endParaRPr lang="en-US" sz="3000" b="1" dirty="0">
              <a:solidFill>
                <a:schemeClr val="accent3"/>
              </a:solidFill>
            </a:endParaRPr>
          </a:p>
          <a:p>
            <a:endParaRPr lang="en-US" sz="3000" b="1" dirty="0">
              <a:solidFill>
                <a:srgbClr val="FF0000"/>
              </a:solidFill>
            </a:endParaRPr>
          </a:p>
          <a:p>
            <a:r>
              <a:rPr lang="en-US" sz="3000" b="1" dirty="0">
                <a:solidFill>
                  <a:srgbClr val="FF0000"/>
                </a:solidFill>
              </a:rPr>
              <a:t>	DISSIPATED ENERGY CAPACITY INDEX: 23.929 [%]</a:t>
            </a:r>
          </a:p>
          <a:p>
            <a:r>
              <a:rPr lang="en-US" sz="3000" b="1" dirty="0">
                <a:solidFill>
                  <a:srgbClr val="FF0000"/>
                </a:solidFill>
              </a:rPr>
              <a:t>	ZONE 3: MODERATE–LOW DAMAGE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6074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6F68C-B491-CCFE-A5F5-C409CAB1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167BE1-1A73-9697-0EC6-9E80A7706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92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250</Words>
  <Application>Microsoft Office PowerPoint</Application>
  <PresentationFormat>Widescreen</PresentationFormat>
  <Paragraphs>40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195</cp:revision>
  <cp:lastPrinted>2026-04-11T09:44:06Z</cp:lastPrinted>
  <dcterms:created xsi:type="dcterms:W3CDTF">2025-06-03T10:37:48Z</dcterms:created>
  <dcterms:modified xsi:type="dcterms:W3CDTF">2026-08-18T08:30:56Z</dcterms:modified>
</cp:coreProperties>
</file>