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41" r:id="rId4"/>
    <p:sldId id="322" r:id="rId5"/>
    <p:sldId id="347" r:id="rId6"/>
    <p:sldId id="259" r:id="rId7"/>
    <p:sldId id="323" r:id="rId8"/>
    <p:sldId id="303" r:id="rId9"/>
    <p:sldId id="302" r:id="rId10"/>
    <p:sldId id="324" r:id="rId11"/>
    <p:sldId id="306" r:id="rId12"/>
    <p:sldId id="336" r:id="rId13"/>
    <p:sldId id="342" r:id="rId14"/>
    <p:sldId id="305" r:id="rId15"/>
    <p:sldId id="304" r:id="rId16"/>
    <p:sldId id="261" r:id="rId17"/>
    <p:sldId id="325" r:id="rId18"/>
    <p:sldId id="337" r:id="rId19"/>
    <p:sldId id="343" r:id="rId20"/>
    <p:sldId id="348" r:id="rId21"/>
    <p:sldId id="307" r:id="rId22"/>
    <p:sldId id="308" r:id="rId23"/>
    <p:sldId id="265" r:id="rId24"/>
    <p:sldId id="326" r:id="rId25"/>
    <p:sldId id="266" r:id="rId26"/>
    <p:sldId id="309" r:id="rId27"/>
    <p:sldId id="349" r:id="rId28"/>
    <p:sldId id="310" r:id="rId29"/>
    <p:sldId id="311" r:id="rId30"/>
    <p:sldId id="312" r:id="rId31"/>
    <p:sldId id="327" r:id="rId32"/>
    <p:sldId id="313" r:id="rId33"/>
    <p:sldId id="314" r:id="rId34"/>
    <p:sldId id="315" r:id="rId35"/>
    <p:sldId id="330" r:id="rId36"/>
    <p:sldId id="331" r:id="rId37"/>
    <p:sldId id="338" r:id="rId38"/>
    <p:sldId id="318" r:id="rId39"/>
    <p:sldId id="319" r:id="rId40"/>
    <p:sldId id="263" r:id="rId41"/>
    <p:sldId id="268" r:id="rId42"/>
    <p:sldId id="329" r:id="rId43"/>
    <p:sldId id="269" r:id="rId44"/>
    <p:sldId id="270" r:id="rId45"/>
    <p:sldId id="332" r:id="rId46"/>
    <p:sldId id="333" r:id="rId47"/>
    <p:sldId id="339" r:id="rId48"/>
    <p:sldId id="271" r:id="rId49"/>
    <p:sldId id="350" r:id="rId50"/>
    <p:sldId id="274" r:id="rId51"/>
    <p:sldId id="320" r:id="rId52"/>
    <p:sldId id="275" r:id="rId53"/>
    <p:sldId id="328" r:id="rId54"/>
    <p:sldId id="276" r:id="rId55"/>
    <p:sldId id="277" r:id="rId56"/>
    <p:sldId id="344" r:id="rId57"/>
    <p:sldId id="279" r:id="rId58"/>
    <p:sldId id="345" r:id="rId59"/>
    <p:sldId id="346" r:id="rId60"/>
    <p:sldId id="351" r:id="rId61"/>
    <p:sldId id="321" r:id="rId62"/>
    <p:sldId id="280" r:id="rId63"/>
    <p:sldId id="352" r:id="rId64"/>
    <p:sldId id="354" r:id="rId65"/>
    <p:sldId id="355" r:id="rId66"/>
    <p:sldId id="353" r:id="rId67"/>
    <p:sldId id="356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A BEAM ELEMENT: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32F109-1836-4F91-E1B7-F476D55A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357"/>
            <a:ext cx="12192000" cy="619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32F46D-8F98-9E02-FDA5-80463A964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2" y="234786"/>
            <a:ext cx="45849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E6E9DA-B481-0241-9812-11A00132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23"/>
            <a:ext cx="12192000" cy="663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9AC7-6CF5-2372-5F9B-70A13678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A4670B-79CF-8B99-7D1A-BC188E1B1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7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B48A6-F838-5C14-9552-7C6E2DF88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79"/>
            <a:ext cx="12192000" cy="65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3A0E17-75F0-9E60-5748-B5B55D05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BAC017-4DA4-AE01-610C-CACB20CEE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110"/>
            <a:ext cx="12192000" cy="651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9B6A73-60A3-12F0-C9A3-D33F002C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B076F-EC08-D478-C229-16D7D926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B398C-239A-A672-2091-71ED5C55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FB88-23EF-2C70-41A4-3F7554EE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DE19ED-FC0B-D58D-33E5-3E2899D6B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9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98A9A1-9B35-D11B-9D4A-6A391934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470"/>
            <a:ext cx="12192000" cy="65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03CA61-CF3F-7575-DFD3-8ABF090A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18BA13-EBB7-912E-A51C-D088C346A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6A6643-4EA2-DD60-1897-7AD1A30C1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F452-8DB9-3821-1F00-19CCD18E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D95DA-F939-33DB-5A31-E48D61476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61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306F79-786C-A8D7-508B-03CB2CF7E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7F6920-CCAC-4B08-24A0-6C952D07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470"/>
            <a:ext cx="12192000" cy="65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62674C-A969-8D97-CA06-A5F7B635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A28417-3CA7-6960-8663-9D64B4EEE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BA6A-7AA6-97AE-FFA1-361398C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7EFF41-F2EB-48AE-825C-83E87C21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11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33C878-D796-EE87-D3E9-CB050DFA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87CBF-B8B2-07B3-60DF-85D121B84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45"/>
            <a:ext cx="12192000" cy="65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5E2DE-5824-4EBE-911B-9ACAE672E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C5BF9-4430-AAA3-8CCC-1884AE20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D4B36-7329-4B54-603C-211579A3C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8C957-7592-779C-E0BE-BDA0BF666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733286"/>
            <a:ext cx="937308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A7EB45-5BDA-8A99-C21F-89D4B568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4" y="733286"/>
            <a:ext cx="936673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A265E1-84CE-8A01-01CA-842BC4EFA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9F731B-36B7-1E20-DAEE-5EA14D0B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225E18-E8E4-60CA-A89E-A505B88F8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F4337B-6850-5E15-4ECC-BA058B7D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22"/>
            <a:ext cx="12192000" cy="660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3A014-CA17-BC56-583D-DDE83EF47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0D524A-5EAF-C965-EE27-0DA60C5B2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3E1D5-1740-922B-47AD-A30E9CF3E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219A3-7A2D-2486-53FD-1D7CE40A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1D362-4A7C-9068-6D6D-0EE1B795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127582-CEEE-38EB-B9F9-9518AB93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B591C0-C720-DE72-8A06-A74577E9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3977B-B29A-ABC2-D7D4-7308AA17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0B49A-F1D9-8492-90B0-EA9030A9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4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284C4-9F12-2DB4-83C7-56798E82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F67929-EBC1-0DDE-6367-129D75D7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2"/>
            <a:ext cx="12192000" cy="659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9514E2-5C65-9B90-DE04-7B62C1B01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2EA86A-36F0-D31C-3BD6-DA5AF638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FA8572-4380-2462-C6B0-717A6FA0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BD4F8-AF1A-B970-53CD-1BA49549C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A4FE1-74C8-6DB5-08B1-94FAAB92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5FDBDD-C687-C8AF-2A4F-B5E22AD4B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A2486A-4C15-00B7-66DA-38A32A22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BB35-A807-CB37-B288-E1DF6BFA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FE7F5-C5E1-B85F-D08D-4CDE3918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309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045D-230D-9245-CFCE-9F2977DC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6341FF-B944-F6AB-28DD-19604FB55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37" y="0"/>
            <a:ext cx="8560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918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5E49-0A4F-BF35-F96E-B40EDEF0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E26AE9-41C1-1479-CE22-AD29380E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175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EC34-B535-2C67-A370-3736F635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A668A8-6707-AD7E-1F3B-46A5E8E15A84}"/>
              </a:ext>
            </a:extLst>
          </p:cNvPr>
          <p:cNvSpPr txBox="1"/>
          <p:nvPr/>
        </p:nvSpPr>
        <p:spPr>
          <a:xfrm>
            <a:off x="3052997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[3.59999784e+00 1.00799940e+07]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[5.00000000e+01 1.03185804e+07]]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2800000.00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206371.61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5141.95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13.89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1.02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1.0237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13.8889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13.8889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14.2176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X Direction: -7.6537 (%)</a:t>
            </a:r>
          </a:p>
        </p:txBody>
      </p:sp>
    </p:spTree>
    <p:extLst>
      <p:ext uri="{BB962C8B-B14F-4D97-AF65-F5344CB8AC3E}">
        <p14:creationId xmlns:p14="http://schemas.microsoft.com/office/powerpoint/2010/main" val="22970305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38BF9-E3C8-2F48-6A0A-8866EA4E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4F667-6A0A-FB91-A8B7-91736B5B9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448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C8AD-EFA4-1FF8-131B-874D8509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ED955B-C896-939F-61B8-9BEA3A83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879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6EC1-C326-A8FF-7D4A-94A6C0CF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58AE36-038D-B1A4-6448-E62D58C31E15}"/>
              </a:ext>
            </a:extLst>
          </p:cNvPr>
          <p:cNvSpPr txBox="1"/>
          <p:nvPr/>
        </p:nvSpPr>
        <p:spPr>
          <a:xfrm>
            <a:off x="0" y="2906548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552.61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549036166.00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0.000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579952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C88F-C3F5-ABD7-4F1A-260E99E06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7ADDDA-760D-DE8D-3AF6-D4871B57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221</Words>
  <Application>Microsoft Office PowerPoint</Application>
  <PresentationFormat>Widescreen</PresentationFormat>
  <Paragraphs>34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108</cp:revision>
  <cp:lastPrinted>2026-02-20T17:18:05Z</cp:lastPrinted>
  <dcterms:created xsi:type="dcterms:W3CDTF">2025-06-03T10:37:48Z</dcterms:created>
  <dcterms:modified xsi:type="dcterms:W3CDTF">2026-08-24T07:57:38Z</dcterms:modified>
</cp:coreProperties>
</file>