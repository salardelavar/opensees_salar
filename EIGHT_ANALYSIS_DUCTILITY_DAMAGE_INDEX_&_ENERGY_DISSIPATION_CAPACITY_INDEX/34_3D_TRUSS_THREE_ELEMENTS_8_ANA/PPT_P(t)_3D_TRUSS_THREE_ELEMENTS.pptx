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41" r:id="rId4"/>
    <p:sldId id="391" r:id="rId5"/>
    <p:sldId id="259" r:id="rId6"/>
    <p:sldId id="323" r:id="rId7"/>
    <p:sldId id="303" r:id="rId8"/>
    <p:sldId id="302" r:id="rId9"/>
    <p:sldId id="324" r:id="rId10"/>
    <p:sldId id="423" r:id="rId11"/>
    <p:sldId id="424" r:id="rId12"/>
    <p:sldId id="425" r:id="rId13"/>
    <p:sldId id="396" r:id="rId14"/>
    <p:sldId id="378" r:id="rId15"/>
    <p:sldId id="395" r:id="rId16"/>
    <p:sldId id="304" r:id="rId17"/>
    <p:sldId id="261" r:id="rId18"/>
    <p:sldId id="325" r:id="rId19"/>
    <p:sldId id="337" r:id="rId20"/>
    <p:sldId id="428" r:id="rId21"/>
    <p:sldId id="343" r:id="rId22"/>
    <p:sldId id="308" r:id="rId23"/>
    <p:sldId id="265" r:id="rId24"/>
    <p:sldId id="326" r:id="rId25"/>
    <p:sldId id="266" r:id="rId26"/>
    <p:sldId id="309" r:id="rId27"/>
    <p:sldId id="310" r:id="rId28"/>
    <p:sldId id="311" r:id="rId29"/>
    <p:sldId id="312" r:id="rId30"/>
    <p:sldId id="327" r:id="rId31"/>
    <p:sldId id="313" r:id="rId32"/>
    <p:sldId id="314" r:id="rId33"/>
    <p:sldId id="407" r:id="rId34"/>
    <p:sldId id="408" r:id="rId35"/>
    <p:sldId id="409" r:id="rId36"/>
    <p:sldId id="410" r:id="rId37"/>
    <p:sldId id="411" r:id="rId38"/>
    <p:sldId id="412" r:id="rId39"/>
    <p:sldId id="413" r:id="rId40"/>
    <p:sldId id="389" r:id="rId41"/>
    <p:sldId id="263" r:id="rId42"/>
    <p:sldId id="329" r:id="rId43"/>
    <p:sldId id="375" r:id="rId44"/>
    <p:sldId id="358" r:id="rId45"/>
    <p:sldId id="414" r:id="rId46"/>
    <p:sldId id="415" r:id="rId47"/>
    <p:sldId id="416" r:id="rId48"/>
    <p:sldId id="417" r:id="rId49"/>
    <p:sldId id="418" r:id="rId50"/>
    <p:sldId id="419" r:id="rId51"/>
    <p:sldId id="420" r:id="rId52"/>
    <p:sldId id="429" r:id="rId53"/>
    <p:sldId id="339" r:id="rId54"/>
    <p:sldId id="320" r:id="rId55"/>
    <p:sldId id="275" r:id="rId56"/>
    <p:sldId id="328" r:id="rId57"/>
    <p:sldId id="276" r:id="rId58"/>
    <p:sldId id="277" r:id="rId59"/>
    <p:sldId id="400" r:id="rId60"/>
    <p:sldId id="421" r:id="rId61"/>
    <p:sldId id="422" r:id="rId62"/>
    <p:sldId id="401" r:id="rId63"/>
    <p:sldId id="402" r:id="rId64"/>
    <p:sldId id="403" r:id="rId65"/>
    <p:sldId id="430" r:id="rId66"/>
    <p:sldId id="406" r:id="rId67"/>
    <p:sldId id="346" r:id="rId68"/>
    <p:sldId id="426" r:id="rId69"/>
    <p:sldId id="373" r:id="rId70"/>
    <p:sldId id="377" r:id="rId71"/>
    <p:sldId id="427" r:id="rId72"/>
    <p:sldId id="376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951398"/>
            <a:ext cx="121920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THREE ELEMENTS 3D TRUSS: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9FE0E-8C3A-7CF4-E08F-BA602EA58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766" y="0"/>
            <a:ext cx="9746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CEE604-2099-0FF8-5B81-CE4469611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A635-1D97-2A15-856E-DD579BD7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B6AE45-26AE-C018-C532-5C7B95669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02"/>
            <a:ext cx="12192000" cy="65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3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6F4CD3-F803-23BB-4530-B46C3389A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CD04D1-AE55-BBAE-406B-4605C4B56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0457D7-AAFC-A0EC-F845-ABC89FB2D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1AB5-F8C2-83AA-4155-189C4568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00FFB9-BECA-79E4-88C9-646CCA7D9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057543-B5CB-D67B-6598-F0D2AAE27593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</a:t>
            </a:r>
            <a:r>
              <a:rPr lang="fa-IR" sz="4000" b="1" dirty="0">
                <a:solidFill>
                  <a:srgbClr val="FF0000"/>
                </a:solidFill>
              </a:rPr>
              <a:t>2</a:t>
            </a:r>
            <a:r>
              <a:rPr lang="en-US" sz="4000" b="1" dirty="0">
                <a:solidFill>
                  <a:srgbClr val="FF0000"/>
                </a:solidFill>
              </a:rPr>
              <a:t>0000.0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54103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3D59-716D-59A1-EFA1-E369E977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00F7B-C280-4C83-67EB-DCFD35BF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AB00F8-7624-52F7-50FB-F7FC483AE4A8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</a:t>
            </a:r>
            <a:r>
              <a:rPr lang="fa-IR" sz="4000" b="1" dirty="0">
                <a:solidFill>
                  <a:srgbClr val="FF0000"/>
                </a:solidFill>
              </a:rPr>
              <a:t>2</a:t>
            </a:r>
            <a:r>
              <a:rPr lang="en-US" sz="4000" b="1" dirty="0">
                <a:solidFill>
                  <a:srgbClr val="FF0000"/>
                </a:solidFill>
              </a:rPr>
              <a:t>0000.0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229137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89A9-2236-6AA2-2588-66F3BD28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55CC-9638-EA85-0293-A067B6BF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874F0E-C6F7-CC9B-A7A4-901D82E61B3C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</a:t>
            </a:r>
            <a:r>
              <a:rPr lang="fa-IR" sz="4000" b="1" dirty="0">
                <a:solidFill>
                  <a:srgbClr val="FF0000"/>
                </a:solidFill>
              </a:rPr>
              <a:t>2</a:t>
            </a:r>
            <a:r>
              <a:rPr lang="en-US" sz="4000" b="1" dirty="0">
                <a:solidFill>
                  <a:srgbClr val="FF0000"/>
                </a:solidFill>
              </a:rPr>
              <a:t>0000.0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1007711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274E-DA7F-3C23-4951-1F66DAA3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A92FF-6D26-FF84-ABC8-DA40B807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7FA711-A4E3-C906-B456-D63B78E6F26B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1952783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ADAB-6B93-EBBA-9BD8-245DC18B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A1B27-40AA-9ECC-9D8D-38320435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33" y="234786"/>
            <a:ext cx="9392133" cy="6388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E935BF-3481-D340-1527-EA5261266F7E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3299579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04904-94A8-D3EE-C04C-E0E2A0BE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7AD86-1335-D50F-17DD-5CEFE1D2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8195DA-6413-EA7D-3B80-FBC8DA56FEA8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2434958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96DEC-BA1D-80A8-7FA2-C54263998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1AEBF-45BA-A92D-F5F6-4961877FF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BFA95-DAB2-FED4-5466-9D9143F1B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D6B6-AD3C-760C-550E-0EBD9BD38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C7385D-447E-2D58-EE55-10FF76BF6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30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468B95-D765-FFB0-E9AC-0016D12FF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0F43BD-1A53-10B4-4DD0-EE11E575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CAF1D-A646-EBD0-F78C-87AA5BE7F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F56D43-7486-3E4A-5BD0-31B6B0108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ED359-D999-EA83-BA10-5973926D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5FDEC2-33BB-49DF-3020-E73BE3F3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006B1F-2B08-447D-698F-83033B9E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FCD460-19DC-D874-72AD-D1DEC317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A1179-C96D-E660-8B84-86D72981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DA5C91-0E6B-22B6-0578-A0F44686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56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9802-6483-7AE0-7DC4-4A41B993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B4BEE2-51FE-E7C5-A74A-BCD13D559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38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98B5-A56B-1617-41EA-83A2CF04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FFDE7-2C08-9893-8D79-651C9A266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01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845A-CA6A-5917-65A7-F5845A2D1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72A2E-7AD6-F49C-58D9-9334956D9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733286"/>
            <a:ext cx="92270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72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8B2D-03B8-0473-200C-10BE549E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8F247-C9DC-BD5A-89BE-AFDD881F6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733286"/>
            <a:ext cx="934768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95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DBAD0-D336-A620-5418-27107FE5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B48D1-45F4-F02A-A8ED-6F35054F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35" y="733286"/>
            <a:ext cx="934133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06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3B8B-75F0-E047-39E2-8E0E12A0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F1B6CD-2E8A-01BF-1DB3-B0CB2031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40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04FD-542A-0A1D-E216-DC143860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DAB1A7-FF5A-3F41-0BBB-BC8BF9DCB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08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DDD5C-6F55-4090-5E28-DCC2922BE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1536-A4AC-57D9-B027-20C4DD37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A80043-C697-05C0-46CE-EFC5DE0BE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98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D19A-F009-1509-C0CB-235A5B18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C986F-5DBC-F7BA-40B3-FD919A4F5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531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B28C-C266-B7C9-0ECC-5D3CD02BD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2D6EAC-9041-001D-039C-226A798F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93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00C1-2599-C22D-AE33-A8F3252C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D5BF2C-A540-613A-1369-8DDA59FFC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739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F62B-8C65-D7F1-C4D8-610F4962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A2DE16-E372-E129-A2FC-21690B9ED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22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B7EF-B5D0-2119-F89D-535BC345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3544F-557E-28B3-BA3D-F61792353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99965"/>
            <a:ext cx="9049215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272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32AF-9ED2-9009-4AAC-DDAF5BBD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4CB06-8A1E-BB4E-7DF6-E455AACF5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990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1A23B-3FF5-8243-37E8-18CED11C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DC819B-BBEB-FCE0-AB34-48EDEAFBE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464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F3E5-3B3E-8B07-1D50-669AE955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112401-AF36-A701-C66E-65C07B145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133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7B38-49FB-71DE-F5E8-6372F90D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9CADA5-A365-B7CF-89C0-DBE7E33E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5232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F6591-FC33-B856-DB6D-5905193A9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FA482A-C39C-AE75-4ECA-6D7543B23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2110F-3D19-4734-9430-DC50AF40E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1EBBBB-B96B-CE4C-4D5F-DE4ED8F9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F0F6C-611C-015F-A9E5-B6E26C28F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E0AFC-CCDC-B202-4DD3-71369A97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ECEBFD-4053-AD73-F5F9-610C5521B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328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F4CC-1545-FA75-4AA8-0ACC3B7F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49733-9151-02F7-6937-54051AF4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755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F3BB8-AFA1-8099-2F82-51335334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D26A8-8D71-431C-DF22-A3C8FB971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565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6BF3-45FC-4D18-C04E-01174623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9B52F-00EB-ED60-A0CB-CE57BE76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187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4929-2517-510E-EC43-FA95890E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0C6E68-B3CC-F8D1-8275-902D3B4E7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032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9398-F620-886F-3EA2-0293B4724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74A56D-9119-71E9-ECA4-EFD765215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990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BB9A-A624-1A81-3489-DF4D9B1C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0F217A-E2A6-DD71-CF45-57585F60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28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A2C0-4872-6AAE-E054-2981A03D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4BA8C-A607-3826-D35F-59A8530C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77" y="0"/>
            <a:ext cx="6723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327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3C382-1813-FA7D-9F33-154E9EC6A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24192-511C-7B03-4A3E-934D2EDC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C5D8D5-A308-3C0D-79D2-4E4228592485}"/>
              </a:ext>
            </a:extLst>
          </p:cNvPr>
          <p:cNvSpPr txBox="1"/>
          <p:nvPr/>
        </p:nvSpPr>
        <p:spPr>
          <a:xfrm>
            <a:off x="2621194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[2.39648372e+01 5.74910463e+06]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[1.00000000e+02 5.76217409e+06]]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239897.50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57621.74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171.89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4.17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1.00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1.0023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4.1728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4.1728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4.1823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Y Direction: -31.1486 (%)</a:t>
            </a:r>
          </a:p>
        </p:txBody>
      </p:sp>
    </p:spTree>
    <p:extLst>
      <p:ext uri="{BB962C8B-B14F-4D97-AF65-F5344CB8AC3E}">
        <p14:creationId xmlns:p14="http://schemas.microsoft.com/office/powerpoint/2010/main" val="13616285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E539-618C-5D32-887F-F130F12B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A39786-F7BA-E0A1-0A69-9E77F7E50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089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9ECA-A366-B712-BB77-206902BE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24617C-CE9E-7456-59F6-4A2EFB9D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350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BD7F-CA2E-794F-E5C8-FC8D5B86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B796C5-67C2-56A9-8768-A1159CAD2A98}"/>
              </a:ext>
            </a:extLst>
          </p:cNvPr>
          <p:cNvSpPr txBox="1"/>
          <p:nvPr/>
        </p:nvSpPr>
        <p:spPr>
          <a:xfrm>
            <a:off x="0" y="2274838"/>
            <a:ext cx="1219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3"/>
                </a:solidFill>
              </a:rPr>
              <a:t>Dissipated Energy from Earthquake= 24.14 </a:t>
            </a:r>
            <a:r>
              <a:rPr lang="en-US" sz="3000" b="1" dirty="0" err="1">
                <a:solidFill>
                  <a:schemeClr val="accent3"/>
                </a:solidFill>
              </a:rPr>
              <a:t>N·mm</a:t>
            </a:r>
            <a:endParaRPr lang="en-US" sz="3000" b="1" dirty="0">
              <a:solidFill>
                <a:schemeClr val="accent3"/>
              </a:solidFill>
            </a:endParaRPr>
          </a:p>
          <a:p>
            <a:r>
              <a:rPr lang="en-US" sz="3000" b="1" dirty="0">
                <a:solidFill>
                  <a:schemeClr val="accent3"/>
                </a:solidFill>
              </a:rPr>
              <a:t>Dissipated Energy from Cyclic Displacement= 2884160127.16 </a:t>
            </a:r>
            <a:r>
              <a:rPr lang="en-US" sz="3000" b="1" dirty="0" err="1">
                <a:solidFill>
                  <a:schemeClr val="accent3"/>
                </a:solidFill>
              </a:rPr>
              <a:t>N·mm</a:t>
            </a:r>
            <a:endParaRPr lang="en-US" sz="3000" b="1" dirty="0">
              <a:solidFill>
                <a:schemeClr val="accent3"/>
              </a:solidFill>
            </a:endParaRPr>
          </a:p>
          <a:p>
            <a:endParaRPr lang="en-US" sz="3000" b="1" dirty="0">
              <a:solidFill>
                <a:schemeClr val="accent3"/>
              </a:solidFill>
            </a:endParaRPr>
          </a:p>
          <a:p>
            <a:r>
              <a:rPr lang="en-US" sz="3000" b="1" dirty="0">
                <a:solidFill>
                  <a:schemeClr val="accent3"/>
                </a:solidFill>
              </a:rPr>
              <a:t>	</a:t>
            </a:r>
            <a:r>
              <a:rPr lang="en-US" sz="3000" b="1" dirty="0">
                <a:solidFill>
                  <a:srgbClr val="FF0000"/>
                </a:solidFill>
              </a:rPr>
              <a:t>DISSIPATED ENERGY CAPACITY INDEX: 0.000 [%]</a:t>
            </a:r>
          </a:p>
          <a:p>
            <a:r>
              <a:rPr lang="en-US" sz="30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29628436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F68C-B491-CCFE-A5F5-C409CAB1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EF10A1-622B-EE77-D082-8470C064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9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253</Words>
  <Application>Microsoft Office PowerPoint</Application>
  <PresentationFormat>Widescreen</PresentationFormat>
  <Paragraphs>41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206</cp:revision>
  <cp:lastPrinted>2026-04-26T09:36:46Z</cp:lastPrinted>
  <dcterms:created xsi:type="dcterms:W3CDTF">2025-06-03T10:37:48Z</dcterms:created>
  <dcterms:modified xsi:type="dcterms:W3CDTF">2026-08-18T08:23:30Z</dcterms:modified>
</cp:coreProperties>
</file>