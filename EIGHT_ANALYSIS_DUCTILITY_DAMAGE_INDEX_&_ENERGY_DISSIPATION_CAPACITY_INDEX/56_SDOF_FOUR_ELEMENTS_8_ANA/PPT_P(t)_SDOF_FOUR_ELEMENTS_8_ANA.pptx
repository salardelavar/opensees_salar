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79" r:id="rId4"/>
    <p:sldId id="380" r:id="rId5"/>
    <p:sldId id="381" r:id="rId6"/>
    <p:sldId id="382" r:id="rId7"/>
    <p:sldId id="383" r:id="rId8"/>
    <p:sldId id="259" r:id="rId9"/>
    <p:sldId id="323" r:id="rId10"/>
    <p:sldId id="302" r:id="rId11"/>
    <p:sldId id="324" r:id="rId12"/>
    <p:sldId id="306" r:id="rId13"/>
    <p:sldId id="336" r:id="rId14"/>
    <p:sldId id="346" r:id="rId15"/>
    <p:sldId id="354" r:id="rId16"/>
    <p:sldId id="355" r:id="rId17"/>
    <p:sldId id="304" r:id="rId18"/>
    <p:sldId id="261" r:id="rId19"/>
    <p:sldId id="325" r:id="rId20"/>
    <p:sldId id="337" r:id="rId21"/>
    <p:sldId id="347" r:id="rId22"/>
    <p:sldId id="356" r:id="rId23"/>
    <p:sldId id="357" r:id="rId24"/>
    <p:sldId id="399" r:id="rId25"/>
    <p:sldId id="308" r:id="rId26"/>
    <p:sldId id="265" r:id="rId27"/>
    <p:sldId id="326" r:id="rId28"/>
    <p:sldId id="266" r:id="rId29"/>
    <p:sldId id="309" r:id="rId30"/>
    <p:sldId id="348" r:id="rId31"/>
    <p:sldId id="358" r:id="rId32"/>
    <p:sldId id="359" r:id="rId33"/>
    <p:sldId id="311" r:id="rId34"/>
    <p:sldId id="312" r:id="rId35"/>
    <p:sldId id="327" r:id="rId36"/>
    <p:sldId id="313" r:id="rId37"/>
    <p:sldId id="314" r:id="rId38"/>
    <p:sldId id="315" r:id="rId39"/>
    <p:sldId id="349" r:id="rId40"/>
    <p:sldId id="360" r:id="rId41"/>
    <p:sldId id="361" r:id="rId42"/>
    <p:sldId id="263" r:id="rId43"/>
    <p:sldId id="329" r:id="rId44"/>
    <p:sldId id="268" r:id="rId45"/>
    <p:sldId id="269" r:id="rId46"/>
    <p:sldId id="342" r:id="rId47"/>
    <p:sldId id="374" r:id="rId48"/>
    <p:sldId id="375" r:id="rId49"/>
    <p:sldId id="363" r:id="rId50"/>
    <p:sldId id="384" r:id="rId51"/>
    <p:sldId id="385" r:id="rId52"/>
    <p:sldId id="386" r:id="rId53"/>
    <p:sldId id="387" r:id="rId54"/>
    <p:sldId id="388" r:id="rId55"/>
    <p:sldId id="389" r:id="rId56"/>
    <p:sldId id="397" r:id="rId57"/>
    <p:sldId id="320" r:id="rId58"/>
    <p:sldId id="275" r:id="rId59"/>
    <p:sldId id="328" r:id="rId60"/>
    <p:sldId id="276" r:id="rId61"/>
    <p:sldId id="343" r:id="rId62"/>
    <p:sldId id="350" r:id="rId63"/>
    <p:sldId id="362" r:id="rId64"/>
    <p:sldId id="364" r:id="rId65"/>
    <p:sldId id="366" r:id="rId66"/>
    <p:sldId id="390" r:id="rId67"/>
    <p:sldId id="391" r:id="rId68"/>
    <p:sldId id="392" r:id="rId69"/>
    <p:sldId id="393" r:id="rId70"/>
    <p:sldId id="394" r:id="rId71"/>
    <p:sldId id="395" r:id="rId72"/>
    <p:sldId id="371" r:id="rId73"/>
    <p:sldId id="398" r:id="rId74"/>
    <p:sldId id="396" r:id="rId75"/>
    <p:sldId id="372" r:id="rId76"/>
    <p:sldId id="365" r:id="rId77"/>
    <p:sldId id="373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212735"/>
            <a:ext cx="12330112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SINGLE-DEGREE-FREEDOM WITH FOUR ELEMENTS STRUCTURE (SDOF) 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C3200B-66FE-49DF-98A0-8FB59E77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692"/>
            <a:ext cx="12192000" cy="402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EE91-EF6C-8426-0BBC-F4615455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90862-4774-0013-DA2F-3CD95552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650"/>
            <a:ext cx="12192000" cy="31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F3D85-2FF0-C156-8785-028BDB98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B0156-DDEF-2E9D-6068-DFC5EAB5C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456B7-ADF2-E1AF-4781-C5FADE179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EE7EF8-15E0-0980-E7E0-32ED66F03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A11116-0F93-6E57-AD6B-034CEE055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9392AC-0D64-2974-B1CC-BE1B9682A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6073D3-1693-1B3F-CB9B-E4B3F42C9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349B55-23E8-1F74-D0AE-F3B00ADDC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313"/>
            <a:ext cx="12192000" cy="66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71891-126D-C5E5-25E7-2A2BD655E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3CF6A-B4DA-C400-2BAC-F12BD1010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31C2C-2CF9-96B1-2A8E-AEA693654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28725-B2F7-2331-F4F5-035DA771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FB1719-B376-99CB-5231-76EF32928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69E30-92A3-6D64-FE42-61CA154A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19C4FA-4C08-1E76-92A6-4022A990D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88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D0272-D281-2AFC-3E33-599F670D5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82"/>
            <a:ext cx="12192000" cy="660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A857AF-7C34-3EE4-81D3-80885A390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F55A67-DBF5-ABCE-1803-3D66FC41B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7B0FDE-8E73-77AC-7B06-3EAA52DBD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CEEACF-E988-3129-70C9-50436840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BBCED8-1E74-1834-0F8B-768C3E27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4E99C9-D11A-DDD8-0E11-B2A8DD070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41"/>
            <a:ext cx="12192000" cy="654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D7DE9-97E8-7DDC-7BD4-42CF9097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E5A3D-FD59-34EB-72BE-E38A08A8E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A3CCDD-894F-5EA3-8B04-A70D13FC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39EB46-EF91-8FF4-9A5C-588C259C5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5BC4A-78CF-AACA-C3D2-9D80D1BD3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7CABA5-F653-E28C-830F-B11965820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22F8C0-DDAB-1793-14EA-73BAA3012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6171A5-6C9D-4C04-8A04-13319D29D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01" y="234786"/>
            <a:ext cx="9665197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11C318-0333-91A8-D499-A4D014AF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894"/>
            <a:ext cx="12192000" cy="50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2F1599-F25B-9839-3BB7-49530A0C7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C234-7D52-78C4-CB39-394D676D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E32DE3-C43C-08F2-5F3C-17E64D40E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41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2D43-838B-09BE-5292-CCF1DBF5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5372C-8770-D20F-D07B-69B991D8C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027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EE6A12-6C5A-F7C7-AEB6-44AF588D1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452" y="234786"/>
            <a:ext cx="962709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2CFC-E90C-12CA-1D85-B6E9FD85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BC2A3-283C-E963-D7F7-4CBC30302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886" y="936497"/>
            <a:ext cx="830622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24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C5C4-5D4C-0120-61D8-F69D3DC9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58A07-66E8-8FF9-F318-6FB48885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97" y="936497"/>
            <a:ext cx="789980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686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103E-5F62-FBDB-2336-B64BE9B3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FFBCD-2131-7756-5FCD-B6E7060C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72" y="936497"/>
            <a:ext cx="78934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108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68276-B7BA-1507-15C4-41C551DF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E8CAAE-2CF6-D3B6-AA8C-AC9904023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59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B2D2-7E89-77AC-7A43-142FC3C3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BD0AA-6E62-3515-A8F3-7C8F4195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1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3998-FE6F-7004-9C51-6CA67A7C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DCF5D-9B86-E259-055C-28CE74E93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863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6036A-3E47-7151-7FB4-A8E61317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E1FC7-FD28-8ADB-80DB-B6FBA84FF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561835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368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17CDFE-4256-3861-3CC6-0098BCEC5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05"/>
            <a:ext cx="12192000" cy="65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4F04-7F66-733D-6FC3-7E5029D96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1F7285-4A6D-B51B-F116-D99EB82E3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7AFD78-5A71-F6D9-993D-3687C622C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D1D46B-CEF2-B423-EF78-8ABC97432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7BF7B3-50C2-1D58-B756-DA72E20DB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E7D7FA-F63D-BB46-5C2F-391008B2A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F7CB9C-373A-713E-89F7-68701BF11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936497"/>
            <a:ext cx="777279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0D49-E8B2-733E-A4B2-CBF3CF2B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0644F7-E28A-A3DA-A02E-C864FF5FA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030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27B2A-0BE4-17C3-2419-487C9120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B0CE4-5A8E-4869-000A-3073F47F0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457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7DA9-AEA4-A3FA-240E-2FDB0760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29742-35A4-D67A-1870-AD6C333DB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8597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91FE-5607-AFEC-9FD8-6073AC41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826F1F-1C2F-05C0-1593-8B4615824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046" y="936497"/>
            <a:ext cx="793790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095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88EE-EC8F-AFFD-E1F9-42CA2039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DA3FE-5CC0-6635-689B-6D32CC45B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694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6D04-A951-15E0-4D5A-AAC1F989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66CF2E-69A6-525C-9052-B63EE8116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701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907E-D7E9-88E6-0CC8-667EF3F3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156F20-A0D2-2A3C-B244-747A6B5F1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135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DC4E-58BB-6FC8-96A6-6DF1A7B1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67D30D-10BC-4502-AFDD-3D663D8E4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357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E4C6-F6A6-4096-262C-F7F1BAF9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126033-2435-8C3B-E0A7-E9D4EA8B80D3}"/>
              </a:ext>
            </a:extLst>
          </p:cNvPr>
          <p:cNvSpPr txBox="1"/>
          <p:nvPr/>
        </p:nvSpPr>
        <p:spPr>
          <a:xfrm>
            <a:off x="0" y="230561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153679.90 </a:t>
            </a:r>
            <a:r>
              <a:rPr lang="en-US" sz="2800" b="1" dirty="0" err="1">
                <a:solidFill>
                  <a:schemeClr val="accent3"/>
                </a:solidFill>
              </a:rPr>
              <a:t>N·m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1266886.57 </a:t>
            </a:r>
            <a:r>
              <a:rPr lang="en-US" sz="2800" b="1" dirty="0" err="1">
                <a:solidFill>
                  <a:schemeClr val="accent3"/>
                </a:solidFill>
              </a:rPr>
              <a:t>N·m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12.131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2: MINOR DAMAGE</a:t>
            </a:r>
          </a:p>
        </p:txBody>
      </p:sp>
    </p:spTree>
    <p:extLst>
      <p:ext uri="{BB962C8B-B14F-4D97-AF65-F5344CB8AC3E}">
        <p14:creationId xmlns:p14="http://schemas.microsoft.com/office/powerpoint/2010/main" val="41215081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FB10-D2A6-2554-D30D-41526819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66313B-9CFD-7AE3-C257-6C0DB446F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213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ADEB3C-664B-9F2E-A5D3-46A600E8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FF1A-66D3-13C2-AD34-18944328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8FCFB2-939E-F82F-65D1-AACB418614DA}"/>
              </a:ext>
            </a:extLst>
          </p:cNvPr>
          <p:cNvSpPr txBox="1"/>
          <p:nvPr/>
        </p:nvSpPr>
        <p:spPr>
          <a:xfrm>
            <a:off x="3124435" y="920621"/>
            <a:ext cx="75295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[1.88855314e-02 8.49848911e+04]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[3.49000000e-01 9.91148908e+04]]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4500000.00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283996.82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42803.33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18.48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1.17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1.1709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29.1347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29.1347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34.1124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X Direction: 6.6433 (%)</a:t>
            </a:r>
          </a:p>
        </p:txBody>
      </p:sp>
    </p:spTree>
    <p:extLst>
      <p:ext uri="{BB962C8B-B14F-4D97-AF65-F5344CB8AC3E}">
        <p14:creationId xmlns:p14="http://schemas.microsoft.com/office/powerpoint/2010/main" val="620653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226</Words>
  <Application>Microsoft Office PowerPoint</Application>
  <PresentationFormat>Widescreen</PresentationFormat>
  <Paragraphs>39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163</cp:revision>
  <cp:lastPrinted>2026-07-17T20:27:55Z</cp:lastPrinted>
  <dcterms:created xsi:type="dcterms:W3CDTF">2025-06-03T10:37:48Z</dcterms:created>
  <dcterms:modified xsi:type="dcterms:W3CDTF">2026-07-29T09:36:08Z</dcterms:modified>
</cp:coreProperties>
</file>