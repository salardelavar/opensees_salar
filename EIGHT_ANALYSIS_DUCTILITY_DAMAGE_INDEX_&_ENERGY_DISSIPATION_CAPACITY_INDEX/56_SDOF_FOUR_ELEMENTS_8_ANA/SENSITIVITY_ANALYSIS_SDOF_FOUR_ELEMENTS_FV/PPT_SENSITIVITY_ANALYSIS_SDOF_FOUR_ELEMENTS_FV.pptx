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401" r:id="rId3"/>
    <p:sldId id="379" r:id="rId4"/>
    <p:sldId id="402" r:id="rId5"/>
    <p:sldId id="380" r:id="rId6"/>
    <p:sldId id="381" r:id="rId7"/>
    <p:sldId id="382" r:id="rId8"/>
    <p:sldId id="383" r:id="rId9"/>
    <p:sldId id="263" r:id="rId10"/>
    <p:sldId id="329" r:id="rId11"/>
    <p:sldId id="384" r:id="rId12"/>
    <p:sldId id="385" r:id="rId13"/>
    <p:sldId id="387" r:id="rId14"/>
    <p:sldId id="388" r:id="rId15"/>
    <p:sldId id="389" r:id="rId16"/>
    <p:sldId id="390" r:id="rId17"/>
    <p:sldId id="391" r:id="rId18"/>
    <p:sldId id="392" r:id="rId19"/>
    <p:sldId id="393" r:id="rId20"/>
    <p:sldId id="394" r:id="rId21"/>
    <p:sldId id="395" r:id="rId22"/>
    <p:sldId id="396" r:id="rId23"/>
    <p:sldId id="397" r:id="rId24"/>
    <p:sldId id="398" r:id="rId25"/>
    <p:sldId id="399" r:id="rId26"/>
    <p:sldId id="400" r:id="rId27"/>
    <p:sldId id="403" r:id="rId28"/>
    <p:sldId id="404" r:id="rId29"/>
    <p:sldId id="405" r:id="rId30"/>
    <p:sldId id="406" r:id="rId31"/>
    <p:sldId id="407" r:id="rId32"/>
    <p:sldId id="408" r:id="rId33"/>
    <p:sldId id="409" r:id="rId34"/>
    <p:sldId id="410" r:id="rId35"/>
    <p:sldId id="411" r:id="rId36"/>
    <p:sldId id="412" r:id="rId37"/>
    <p:sldId id="413" r:id="rId38"/>
    <p:sldId id="414" r:id="rId39"/>
    <p:sldId id="415" r:id="rId40"/>
    <p:sldId id="416" r:id="rId41"/>
    <p:sldId id="417" r:id="rId42"/>
    <p:sldId id="418" r:id="rId43"/>
    <p:sldId id="419" r:id="rId44"/>
    <p:sldId id="420" r:id="rId45"/>
    <p:sldId id="421" r:id="rId46"/>
    <p:sldId id="422" r:id="rId47"/>
    <p:sldId id="423" r:id="rId48"/>
    <p:sldId id="424" r:id="rId4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132" autoAdjust="0"/>
    <p:restoredTop sz="94660"/>
  </p:normalViewPr>
  <p:slideViewPr>
    <p:cSldViewPr snapToGrid="0">
      <p:cViewPr varScale="1">
        <p:scale>
          <a:sx n="67" d="100"/>
          <a:sy n="67" d="100"/>
        </p:scale>
        <p:origin x="77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206F19-96B3-4F13-35FC-4C10EA15B5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354475-7BA8-25EF-1CFC-6CD765732E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3133B1-CFEB-D001-3747-C35328F266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0554BF-FEFC-F4F4-7D7B-7920E7FFF9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3AD913-BD93-93CE-A775-2003F45ED5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3775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8E314-D5C2-3D8B-66C5-8C04C8EEFF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EA1D6D-0944-FD5C-61EE-88C56D0CCC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2E38C9-F2E3-E438-888A-79911E678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FDD91B-B219-07DC-D0F4-997D63E8D9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5C8B21-6104-B689-B956-BFEBA0CBC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4481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7BBEA3-A996-90BC-61CF-A9E8C7053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BDE84B-6C6E-0F03-B7CA-AE72514414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A907A1-2B55-F570-8543-AF3F1A187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6EDF31-B49C-528A-C664-A49658765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BBE76D-A87B-DA18-8479-B8301D683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229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AA1208-B198-1F22-B7DA-898B85137E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B100EE-A9D5-8996-3B8D-D5C2FD4310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34A0BA-F482-8A2F-69DA-93924ACCFF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3E56A1-FDF7-04A0-ED99-D5834334B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35502C-B44E-3200-D036-AD1124B44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E585DB-3C44-B39A-644C-3F6EAB789E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9367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BECB78-B4D2-F23F-64BD-C802FC0BD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F1A3BD-9AE3-6221-8F14-D02D3448B5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B2E2D9-E913-3697-2AE1-5DA127417D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55C9B34-F075-3C3C-A7E8-D635F590EB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82D6DC1-8965-9603-46B6-9AD98D08536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EFDEA5-35A1-A318-5266-2834BAF350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3EC9092-5D9A-9E11-005C-C6A1BE621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A3F392C-5BDE-B1D7-2EA9-B7A047553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3683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EF55C-4097-72FF-48B2-B56474D34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BE83B87-B7B5-54F9-A06C-271130C3D8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0681D4-63E7-2F19-7B22-EBFB4BC8C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87F270-B9A2-DE4C-B46D-F62DCDA0A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8964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3D5D6D-2585-E7FC-FB39-DE3E61D7B5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BE21F8-D01F-C069-E9A3-8E305BA63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7E1E19-44C5-A381-C1F6-8A7150F49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734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6C389-B78C-B2CD-2C77-60FB75B9D3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8CDF69-B172-3093-9B71-21E9EF8170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63A7C3-F528-1D0F-A50E-EA44F42D92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F68BD8-8500-71ED-EA5A-CC6BE90C6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F146E5-BC7F-015F-BA30-09404FF7D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7EF81-5823-6FEC-027F-083784305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96427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C2397-66BF-38D3-5200-5C11704078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69C5F01-F6D3-C44A-367D-63103EE249B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D08A42-B9F7-32DA-F543-E07609EA2F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226F43-E67A-6BB5-E035-3630FA185F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C3D92E-BB12-D139-35FC-5C5AA677C6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03186E-8782-AB5D-90E2-4B86C7778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53426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4DC78A-1446-3920-67C0-32803C7E7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950D9E-F838-CDDF-A73E-301B576CB9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3394C8-E136-DF00-DB32-89EDD46055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5BF00D-D0FC-834E-D935-77CA41FAF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B8F43A-949B-DD39-6782-1C9DC5B7E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98848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B37D68F-F8E6-E1B4-9A2E-6296A75244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AD167E-7F88-0DED-889D-64070DEA4E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9CB663-5F1A-C8B2-DAB0-6695A93DF1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09037D-75E8-A82D-0717-D1D16F115B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41895C-947D-DEE2-731B-86239A3CCE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46596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ACE371A-ED9B-F859-8DFE-E88B2FA962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2FF3AD-6AF8-0FEC-35CB-99ED597C3A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5356C9-0DD8-62A7-8D4B-61CCC3AFE0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38DA24-7C00-4CB3-BA06-557152E755C0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08E712-AE42-63F8-BAB5-1739C56497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76EA66-660E-1F2A-60C0-D4CA0AEB6F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34437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0759B-40F4-A8DE-D64C-E72E1EEE8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53B03DF-1E7A-7C14-1C77-79D48C6FE435}"/>
              </a:ext>
            </a:extLst>
          </p:cNvPr>
          <p:cNvSpPr txBox="1"/>
          <p:nvPr/>
        </p:nvSpPr>
        <p:spPr>
          <a:xfrm>
            <a:off x="0" y="258901"/>
            <a:ext cx="12192000" cy="63401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chemeClr val="accent3"/>
                </a:solidFill>
              </a:rPr>
              <a:t>&gt;&gt; IN THE NAME OF ALLAH, THE MOST GRACIOUS, THE MOST MERCIFUL &lt;&lt;</a:t>
            </a:r>
          </a:p>
          <a:p>
            <a:pPr algn="ctr"/>
            <a:r>
              <a:rPr lang="en-US" sz="4200" b="1" dirty="0">
                <a:solidFill>
                  <a:schemeClr val="accent5"/>
                </a:solidFill>
              </a:rPr>
              <a:t>SENSITIVITY ANALYSIS OF SINGLE-DEGREE-FREEOM (SDOF) STRUCTURES USING FREE-VIBRATION EFFECTS OF INTIAL DISPLACEMENT, STRUCTURAL ELASTIC STIFFNESS, STRUCTURAL DUCTILITY RATIO AND OVER-STRENGTH FACTOR ON OUTPUT KEY PARAMETERS SUCH AS EQULIVALENT VISCOUS DAMPING RATIO FROM NONLINEAR DYNAMIC ANALYSES USING PYTHON AND OPENSEES</a:t>
            </a:r>
          </a:p>
          <a:p>
            <a:pPr algn="ctr"/>
            <a:r>
              <a:rPr lang="en-US" sz="1200" b="1" dirty="0">
                <a:solidFill>
                  <a:schemeClr val="accent3"/>
                </a:solidFill>
              </a:rPr>
              <a:t>THIS PROGRAM WRITTEN BY SALAR DELAVAR GHASHGHAEI (QASHQAI)</a:t>
            </a:r>
          </a:p>
        </p:txBody>
      </p:sp>
    </p:spTree>
    <p:extLst>
      <p:ext uri="{BB962C8B-B14F-4D97-AF65-F5344CB8AC3E}">
        <p14:creationId xmlns:p14="http://schemas.microsoft.com/office/powerpoint/2010/main" val="42297719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A9C51-19BD-709E-1E88-01EDF1CA9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9C14281-974F-DB48-8209-BF0BEF48C0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6692"/>
            <a:ext cx="12192000" cy="4024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94672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EEE91-EF6C-8426-0BBC-F4615455B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2D90862-4774-0013-DA2F-3CD9555237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69650"/>
            <a:ext cx="12192000" cy="3118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7438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411840-0B1F-397D-B5FA-06C5A1DEB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7146D6F-2CFD-BD1B-6C67-E8729848EB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7193" y="228600"/>
            <a:ext cx="8157613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77745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A07D81-437E-CD66-E907-596CBB53C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2839C4D-E105-5D21-D04C-04597E1A34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1897" y="0"/>
            <a:ext cx="8388205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10B35B9-678F-FBB1-3D5D-07CD0C768B90}"/>
              </a:ext>
            </a:extLst>
          </p:cNvPr>
          <p:cNvSpPr txBox="1"/>
          <p:nvPr/>
        </p:nvSpPr>
        <p:spPr>
          <a:xfrm>
            <a:off x="3343276" y="1285876"/>
            <a:ext cx="28575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accent5"/>
                </a:solidFill>
              </a:rPr>
              <a:t>ELEMENT 01</a:t>
            </a:r>
          </a:p>
        </p:txBody>
      </p:sp>
    </p:spTree>
    <p:extLst>
      <p:ext uri="{BB962C8B-B14F-4D97-AF65-F5344CB8AC3E}">
        <p14:creationId xmlns:p14="http://schemas.microsoft.com/office/powerpoint/2010/main" val="13873896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A759E2-F012-4E41-3343-A51CCB8DF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BA4F6A4-8607-5951-4AA3-891FB2E6DB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1897" y="0"/>
            <a:ext cx="8388205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8BEFE2A-B1E3-2478-1ECF-17F5BCB697E1}"/>
              </a:ext>
            </a:extLst>
          </p:cNvPr>
          <p:cNvSpPr txBox="1"/>
          <p:nvPr/>
        </p:nvSpPr>
        <p:spPr>
          <a:xfrm>
            <a:off x="3343276" y="1285876"/>
            <a:ext cx="28575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accent5"/>
                </a:solidFill>
              </a:rPr>
              <a:t>ELEMENT 02</a:t>
            </a:r>
          </a:p>
        </p:txBody>
      </p:sp>
    </p:spTree>
    <p:extLst>
      <p:ext uri="{BB962C8B-B14F-4D97-AF65-F5344CB8AC3E}">
        <p14:creationId xmlns:p14="http://schemas.microsoft.com/office/powerpoint/2010/main" val="12356291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0FF7A4-C61A-5F38-6683-E265FB1DF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8112492-1B4E-07E2-F869-4579B9390A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1897" y="0"/>
            <a:ext cx="8388205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F2572DE-ACB2-F449-7B69-B78A3105D5C7}"/>
              </a:ext>
            </a:extLst>
          </p:cNvPr>
          <p:cNvSpPr txBox="1"/>
          <p:nvPr/>
        </p:nvSpPr>
        <p:spPr>
          <a:xfrm>
            <a:off x="3343276" y="1285876"/>
            <a:ext cx="28575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accent5"/>
                </a:solidFill>
              </a:rPr>
              <a:t>ELEMENT 03</a:t>
            </a:r>
          </a:p>
        </p:txBody>
      </p:sp>
    </p:spTree>
    <p:extLst>
      <p:ext uri="{BB962C8B-B14F-4D97-AF65-F5344CB8AC3E}">
        <p14:creationId xmlns:p14="http://schemas.microsoft.com/office/powerpoint/2010/main" val="37275332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152F22-C8B0-8A85-DF7F-E4767D66A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A5B92AD-5FB8-E12B-7149-2ACCA54F96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1897" y="0"/>
            <a:ext cx="8388205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38781DF-922D-0FDE-14BE-38A96132CF78}"/>
              </a:ext>
            </a:extLst>
          </p:cNvPr>
          <p:cNvSpPr txBox="1"/>
          <p:nvPr/>
        </p:nvSpPr>
        <p:spPr>
          <a:xfrm>
            <a:off x="3343276" y="1285876"/>
            <a:ext cx="28575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accent5"/>
                </a:solidFill>
              </a:rPr>
              <a:t>ELEMENT 04</a:t>
            </a:r>
          </a:p>
        </p:txBody>
      </p:sp>
    </p:spTree>
    <p:extLst>
      <p:ext uri="{BB962C8B-B14F-4D97-AF65-F5344CB8AC3E}">
        <p14:creationId xmlns:p14="http://schemas.microsoft.com/office/powerpoint/2010/main" val="28166269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4D0C3-33BC-8AC0-7546-EC996A27DA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3C8780A-4FC2-F497-BE34-B2C16E7CF8E0}"/>
              </a:ext>
            </a:extLst>
          </p:cNvPr>
          <p:cNvSpPr txBox="1"/>
          <p:nvPr/>
        </p:nvSpPr>
        <p:spPr>
          <a:xfrm>
            <a:off x="885826" y="2902506"/>
            <a:ext cx="1000125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b="1" dirty="0">
                <a:solidFill>
                  <a:schemeClr val="accent5"/>
                </a:solidFill>
              </a:rPr>
              <a:t>FREE-VIBRATION ANALYSIS</a:t>
            </a:r>
          </a:p>
        </p:txBody>
      </p:sp>
    </p:spTree>
    <p:extLst>
      <p:ext uri="{BB962C8B-B14F-4D97-AF65-F5344CB8AC3E}">
        <p14:creationId xmlns:p14="http://schemas.microsoft.com/office/powerpoint/2010/main" val="34252430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6E1CAC-4795-E846-F7DF-A53A4F370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D0462F6-2E49-57C6-A1BD-3B80BC7D6F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0667"/>
            <a:ext cx="12192000" cy="6556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31965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B98BE8-796F-AFE9-5C74-BCB62B1698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21CA456-C43D-5218-9A2A-D09086F976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5470"/>
            <a:ext cx="12192000" cy="6547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29891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FED53-3E9A-435A-6A6B-53EC5B741E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B99344F-9AEF-B0B8-B259-23669550F3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3063" y="733286"/>
            <a:ext cx="6305874" cy="5391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6462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B177B8-BB47-996C-BCD1-227E274B02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1CFFE31-FC09-937D-EFC3-3B92313899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1205" y="777738"/>
            <a:ext cx="7569589" cy="5302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99338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E013D6-97BE-C6BD-91B5-F7B8B5851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FE99FFE-51DB-790D-BA5A-CE1D91E58F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1720" y="276063"/>
            <a:ext cx="8928559" cy="6305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63595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D8FD80-3D25-78C4-A5DE-D43055A9B9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DF6286-17F0-1C0D-70EC-39137B7A9A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9307" y="777738"/>
            <a:ext cx="7493385" cy="5302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64021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A098FD-1C12-6972-7B4C-5646467B8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306FD07-2D8F-AF1D-B3F7-1D36C7CD92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9676" y="276063"/>
            <a:ext cx="8712648" cy="6305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23420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301C4-21A8-D716-E494-2F7725971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520B4F8-65A0-0855-22BF-07859DE80E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4017" y="777738"/>
            <a:ext cx="8083965" cy="5302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11191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F337C3-96BC-C0F1-0086-4FBBC27CD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C3EE3AF-7D95-1EBA-8A0A-0BFBA86AAE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7450" y="276063"/>
            <a:ext cx="8757100" cy="6305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78158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999DF5-4B69-3B68-1584-3D12217F2B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A7398670-CFA2-0C6E-7030-9201C435C1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9676" y="771388"/>
            <a:ext cx="8712648" cy="5315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30217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EEC225-F487-87E1-0747-2A9569B48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9972B576-164F-CD54-2C6A-DA3E2A9743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9529" y="276063"/>
            <a:ext cx="8572941" cy="6305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6878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A7627C-50D6-A6C4-7A30-CD0041021D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C9E091D-A09F-7306-91F9-1065078998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3543" y="771388"/>
            <a:ext cx="8064914" cy="5315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44406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94E4C3-C15D-68FE-1FCE-6195AE9755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3A49D9F-454B-1C0A-D504-A207BB96B4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9055" y="276063"/>
            <a:ext cx="8553890" cy="6305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117289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A5A3F9-AE1F-EEC4-FF7E-AD798FAB4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57E77AA-EC4F-DD76-F023-AD744733FE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8030" y="771388"/>
            <a:ext cx="7575939" cy="5315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416410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7BF1B-A8DB-95CF-7E24-7EC66ED015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F6460BD-CC21-639C-289E-D5206A4972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4931" y="276063"/>
            <a:ext cx="8522138" cy="6305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241513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DD3B8-EAE1-554B-7183-3B9F196497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80039F7-CF92-9CE0-FDA4-EBA5EBB150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1902" y="777738"/>
            <a:ext cx="8668195" cy="5302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450609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F5DEB9-6B8A-09BE-3EF5-0B42D9050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167F51A-B77A-537F-503A-5594579812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9055" y="276063"/>
            <a:ext cx="8553890" cy="630587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4718C75-EF95-3495-6BC8-D4DC465FB1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9055" y="276063"/>
            <a:ext cx="8553890" cy="6305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20983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C4E54-6816-A767-1887-808F91DFF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5E5B52B-C878-0A06-B29D-6F89692FB8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5476" y="771388"/>
            <a:ext cx="7741048" cy="5315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28024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B60D1C-4495-9AE4-A4B1-9A8AD7D27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ADEE398-35A0-E71D-BA34-3BCA9C9FF3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0150" y="276063"/>
            <a:ext cx="8731699" cy="6305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020482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198215-F6C8-B227-11EF-FED99F1C7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7197EA8-D26E-FB08-F782-9F2D03AC22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5037" y="771388"/>
            <a:ext cx="7321926" cy="5315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258528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7A8E3F-C27E-D0B3-D43C-32AFB5CCA2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6BB2AED-F4BC-52CD-5832-9DF48AB166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9676" y="276063"/>
            <a:ext cx="8712648" cy="6305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893028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1ADE51-C63B-D8DB-1075-1457439F9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9B586FF-D261-DE87-62C5-629A78D531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868" y="771388"/>
            <a:ext cx="7074264" cy="5315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248596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15A95A-25EA-6003-03A6-CE10CD2367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021793C-AF14-85E3-497B-454689F705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5552" y="276063"/>
            <a:ext cx="8680896" cy="6305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01060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3DD67D-4B84-2614-530F-2E086E37F0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7946834-9D18-C3E7-8CD7-3E1F711A64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4527" y="777738"/>
            <a:ext cx="7702946" cy="5302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730810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DB96CA-1545-419F-0459-1D1D4B446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BFBCFD0-9908-71B5-7835-D69C7D9248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9676" y="276063"/>
            <a:ext cx="8712648" cy="6305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564445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D221AF-43A8-2302-1A9F-AD18331B28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0E646EF-4BC7-986B-8318-FC5E86EDD6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7995" y="936497"/>
            <a:ext cx="7976010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96005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D1B54-23B0-7026-C412-6E5DD20AB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EBF042E-D6C5-765C-2C4E-68A7474497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8651" y="936497"/>
            <a:ext cx="7734698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129298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08621C-A29B-EA8C-7C67-B32B617280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6B830FB-DA24-B561-D21F-515A043348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0549" y="936497"/>
            <a:ext cx="7810901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23945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EEA752-BB7F-AC31-3287-C2FDDDB30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671681D-6311-4165-D4E6-7270F8ACC1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2154" y="936497"/>
            <a:ext cx="7607691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322021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0B8663-9824-832F-AB51-CC5163B913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C0F9B10-3A80-7EB0-DFB2-9C9A3A63C3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1024" y="869818"/>
            <a:ext cx="7829952" cy="5118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2392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504FA0-83B5-9C37-28DF-7F07DEC6DE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08AC791-6225-BC05-707D-FF34CC356C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1352" y="936497"/>
            <a:ext cx="7709296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137543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9CBC8A-F32A-5959-3F21-061E49C74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0C6D754-E9BF-9924-0AA3-D49E10D6A1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1024" y="869818"/>
            <a:ext cx="7829952" cy="5118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232625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9395D3-A007-33AB-8FD0-21DC5AA9FF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8C860B2-66A2-C669-33BA-99DCD129DC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1352" y="936497"/>
            <a:ext cx="7709296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648950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BB5FB4-662A-5F41-41C7-306291A71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BDEEC81-D1E8-E056-9654-A202C860DD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7339" y="936497"/>
            <a:ext cx="8217322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032982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BF0A7A-C625-256B-2644-2E73F59DF5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54AD47A-BF1C-AC8D-B5A8-83D2B28167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2154" y="936497"/>
            <a:ext cx="7607691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501328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CFE09F-3D6F-7A71-0070-7FDC2E82D5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AFCBD7F-5BAB-B845-B1AD-C64049B98D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7051" y="936497"/>
            <a:ext cx="9677897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055960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8FDCFE-F01D-C9A3-FFED-F984BCAF43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90B437F-993A-0160-27C3-3351499A85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5804" y="936497"/>
            <a:ext cx="7620392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32647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30367-BF59-EF3D-D5BC-7808816B1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9655EAD-AFD9-B64E-8BC0-95B1FD786E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5218" y="0"/>
            <a:ext cx="684156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13886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B590C1-5DD2-9F2D-E222-E03337DEAE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4F2710A-002E-12D4-7681-EBF1BE6379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0032" y="365760"/>
            <a:ext cx="8211935" cy="6126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77262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456</TotalTime>
  <Words>78</Words>
  <Application>Microsoft Office PowerPoint</Application>
  <PresentationFormat>Widescreen</PresentationFormat>
  <Paragraphs>8</Paragraphs>
  <Slides>48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salar dq</dc:creator>
  <cp:lastModifiedBy>salar dq</cp:lastModifiedBy>
  <cp:revision>177</cp:revision>
  <cp:lastPrinted>2026-03-23T10:01:33Z</cp:lastPrinted>
  <dcterms:created xsi:type="dcterms:W3CDTF">2025-06-03T10:37:48Z</dcterms:created>
  <dcterms:modified xsi:type="dcterms:W3CDTF">2026-07-25T06:39:56Z</dcterms:modified>
</cp:coreProperties>
</file>