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01" r:id="rId3"/>
    <p:sldId id="379" r:id="rId4"/>
    <p:sldId id="402" r:id="rId5"/>
    <p:sldId id="380" r:id="rId6"/>
    <p:sldId id="381" r:id="rId7"/>
    <p:sldId id="382" r:id="rId8"/>
    <p:sldId id="383" r:id="rId9"/>
    <p:sldId id="263" r:id="rId10"/>
    <p:sldId id="329" r:id="rId11"/>
    <p:sldId id="384" r:id="rId12"/>
    <p:sldId id="385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15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3" r:id="rId48"/>
    <p:sldId id="424" r:id="rId49"/>
    <p:sldId id="425" r:id="rId50"/>
    <p:sldId id="42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>
        <p:scale>
          <a:sx n="80" d="100"/>
          <a:sy n="80" d="100"/>
        </p:scale>
        <p:origin x="294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B03DF-1E7A-7C14-1C77-79D48C6FE435}"/>
              </a:ext>
            </a:extLst>
          </p:cNvPr>
          <p:cNvSpPr txBox="1"/>
          <p:nvPr/>
        </p:nvSpPr>
        <p:spPr>
          <a:xfrm>
            <a:off x="0" y="258901"/>
            <a:ext cx="1219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200" b="1" dirty="0">
                <a:solidFill>
                  <a:schemeClr val="accent5"/>
                </a:solidFill>
              </a:rPr>
              <a:t>SENSITIVITY ANALYSIS OF SINGLE-DEGREE-FREEOM (SDOF) STRUCTURES USING FREE-VIBRATION EFFECTS OF INTIAL DISPLACEMENT, STRUCTURAL ELASTIC STIFFNESS, STRUCTURAL DUCTILITY RATIO AND OVER-STRENGTH FACTOR ON OUTPUT KEY PARAMETERS SUCH AS EQULIVALENT VISCOUS DAMPING RATIO FROM NONLINEAR DYNAMIC ANALYSES USING PYTHON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9C51-19BD-709E-1E88-01EDF1CA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C14281-974F-DB48-8209-BF0BEF48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692"/>
            <a:ext cx="12192000" cy="402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6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1840-0B1F-397D-B5FA-06C5A1DE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46D6F-2CFD-BD1B-6C67-E872984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3" y="228600"/>
            <a:ext cx="815761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7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462F6-2E49-57C6-A1BD-3B80BC7D6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8BE8-796F-AFE9-5C74-BCB62B16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1CA456-C43D-5218-9A2A-D09086F97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8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ED53-3E9A-435A-6A6B-53EC5B74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9344F-9AEF-B0B8-B259-23669550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77B8-BB47-996C-BCD1-227E274B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FFE31-FC09-937D-EFC3-3B923138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05" y="777738"/>
            <a:ext cx="756958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3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13D6-97BE-C6BD-91B5-F7B8B585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99FFE-51DB-790D-BA5A-CE1D91E5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720" y="276063"/>
            <a:ext cx="892855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59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FD80-3D25-78C4-A5DE-D43055A9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F6286-17F0-1C0D-70EC-39137B7A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07" y="777738"/>
            <a:ext cx="749338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0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98FD-1C12-6972-7B4C-5646467B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6FD07-2D8F-AF1D-B3F7-1D36C7CD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276063"/>
            <a:ext cx="871264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42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01C4-21A8-D716-E494-2F772597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0B4F8-65A0-0855-22BF-07859DE8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17" y="777738"/>
            <a:ext cx="808396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1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37C3-96BC-C0F1-0086-4FBBC27C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3EE3AF-7D95-1EBA-8A0A-0BFBA86A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50" y="276063"/>
            <a:ext cx="875710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15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9DF5-4B69-3B68-1584-3D12217F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7398670-CFA2-0C6E-7030-9201C435C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771388"/>
            <a:ext cx="87126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1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C225-F487-87E1-0747-2A9569B4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72B576-164F-CD54-2C6A-DA3E2A97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29" y="276063"/>
            <a:ext cx="85729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87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627C-50D6-A6C4-7A30-CD004102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9E091D-A09F-7306-91F9-10650789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43" y="771388"/>
            <a:ext cx="8064914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40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E4C3-C15D-68FE-1FCE-6195AE97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A49D9F-454B-1C0A-D504-A207BB96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7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A3F9-AE1F-EEC4-FF7E-AD798FAB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7E77AA-EC4F-DD76-F023-AD744733F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30" y="771388"/>
            <a:ext cx="7575939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64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BF1B-A8DB-95CF-7E24-7EC66ED01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460BD-CC21-639C-289E-D5206A49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31" y="276063"/>
            <a:ext cx="852213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15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D3B8-EAE1-554B-7183-3B9F1964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0039F7-CF92-9CE0-FDA4-EBA5EBB1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02" y="777738"/>
            <a:ext cx="866819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06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DEB9-6B8A-09BE-3EF5-0B42D905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F51A-B77A-537F-503A-55945798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718C75-EF95-3495-6BC8-D4DC465F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98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4E54-6816-A767-1887-808F91DF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5B52B-C878-0A06-B29D-6F89692F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476" y="771388"/>
            <a:ext cx="77410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2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0D1C-4495-9AE4-A4B1-9A8AD7D2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EE398-35A0-E71D-BA34-3BCA9C9FF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50" y="276063"/>
            <a:ext cx="873169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04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8215-F6C8-B227-11EF-FED99F1C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197EA8-D26E-FB08-F782-9F2D03AC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37" y="771388"/>
            <a:ext cx="7321926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85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8E3F-C27E-D0B3-D43C-32AFB5CC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B2AED-F4BC-52CD-5832-9DF48AB16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276063"/>
            <a:ext cx="871264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30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ADE51-C63B-D8DB-1075-1457439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586FF-D261-DE87-62C5-629A78D5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68" y="771388"/>
            <a:ext cx="7074264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85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A95A-25EA-6003-03A6-CE10CD23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1793C-AF14-85E3-497B-454689F70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552" y="276063"/>
            <a:ext cx="868089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0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D67D-4B84-2614-530F-2E086E37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46834-9D18-C3E7-8CD7-3E1F711A6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77738"/>
            <a:ext cx="7702946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8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96CA-1545-419F-0459-1D1D4B44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BCFD0-9908-71B5-7835-D69C7D924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276063"/>
            <a:ext cx="871264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44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21AF-43A8-2302-1A9F-AD18331B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646EF-4BC7-986B-8318-FC5E86EDD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95" y="936497"/>
            <a:ext cx="797601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0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1B54-23B0-7026-C412-6E5DD20A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F042E-D6C5-765C-2C4E-68A74744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651" y="936497"/>
            <a:ext cx="773469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92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621C-A29B-EA8C-7C67-B32B6172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830FB-DA24-B561-D21F-515A0433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9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A752-BB7F-AC31-3287-C2FDDDB3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1681D-6311-4165-D4E6-7270F8ACC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20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8663-9824-832F-AB51-CC5163B9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F9B10-3A80-7EB0-DFB2-9C9A3A63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24" y="869818"/>
            <a:ext cx="7829952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9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4FA0-83B5-9C37-28DF-7F07DEC6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AC791-6225-BC05-707D-FF34CC356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352" y="936497"/>
            <a:ext cx="770929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754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BC8A-F32A-5959-3F21-061E49C7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C6D754-E9BF-9924-0AA3-D49E10D6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24" y="869818"/>
            <a:ext cx="7829952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26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95D3-A007-33AB-8FD0-21DC5AA9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C860B2-66A2-C669-33BA-99DCD129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352" y="936497"/>
            <a:ext cx="770929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89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5FB4-662A-5F41-41C7-306291A7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EEC81-D1E8-E056-9654-A202C860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29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0A7A-C625-256B-2644-2E73F59D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AD47A-BF1C-AC8D-B5A8-83D2B2816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132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E09F-3D6F-7A71-0070-7FDC2E82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CBD7F-5BAB-B845-B1AD-C64049B9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51" y="936497"/>
            <a:ext cx="967789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59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DCFE-F01D-C9A3-FFED-F984BCAF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B437F-993A-0160-27C3-3351499A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04" y="936497"/>
            <a:ext cx="762039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6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0367-BF59-EF3D-D5BC-7808816B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655EAD-AFD9-B64E-8BC0-95B1FD78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18" y="0"/>
            <a:ext cx="6841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8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90C1-5DD2-9F2D-E222-E03337DE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2710A-002E-12D4-7681-EBF1BE637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032" y="365760"/>
            <a:ext cx="8211935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26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41D9-D299-8ADE-551E-C1CA4054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B5B748-F87C-AEC2-19A3-B77C5CC8E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3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1EBC-D61E-0A1A-6455-E409B97C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D5B0D0-CB44-D0F7-EA1D-72DFB00F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4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78</Words>
  <Application>Microsoft Office PowerPoint</Application>
  <PresentationFormat>Widescreen</PresentationFormat>
  <Paragraphs>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178</cp:revision>
  <cp:lastPrinted>2026-03-23T10:01:33Z</cp:lastPrinted>
  <dcterms:created xsi:type="dcterms:W3CDTF">2025-06-03T10:37:48Z</dcterms:created>
  <dcterms:modified xsi:type="dcterms:W3CDTF">2026-07-26T09:30:21Z</dcterms:modified>
</cp:coreProperties>
</file>