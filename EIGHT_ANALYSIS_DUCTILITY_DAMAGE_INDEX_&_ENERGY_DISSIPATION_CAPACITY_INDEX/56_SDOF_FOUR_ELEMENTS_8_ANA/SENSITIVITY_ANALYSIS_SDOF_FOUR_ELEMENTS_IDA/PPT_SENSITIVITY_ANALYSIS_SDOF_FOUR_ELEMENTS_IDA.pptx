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401" r:id="rId3"/>
    <p:sldId id="379" r:id="rId4"/>
    <p:sldId id="402" r:id="rId5"/>
    <p:sldId id="380" r:id="rId6"/>
    <p:sldId id="381" r:id="rId7"/>
    <p:sldId id="382" r:id="rId8"/>
    <p:sldId id="383" r:id="rId9"/>
    <p:sldId id="263" r:id="rId10"/>
    <p:sldId id="329" r:id="rId11"/>
    <p:sldId id="463" r:id="rId12"/>
    <p:sldId id="464" r:id="rId13"/>
    <p:sldId id="403" r:id="rId14"/>
    <p:sldId id="404" r:id="rId15"/>
    <p:sldId id="405" r:id="rId16"/>
    <p:sldId id="406" r:id="rId17"/>
    <p:sldId id="407" r:id="rId18"/>
    <p:sldId id="408" r:id="rId19"/>
    <p:sldId id="409" r:id="rId20"/>
    <p:sldId id="410" r:id="rId21"/>
    <p:sldId id="411" r:id="rId22"/>
    <p:sldId id="412" r:id="rId23"/>
    <p:sldId id="413" r:id="rId24"/>
    <p:sldId id="414" r:id="rId25"/>
    <p:sldId id="415" r:id="rId26"/>
    <p:sldId id="416" r:id="rId27"/>
    <p:sldId id="417" r:id="rId28"/>
    <p:sldId id="418" r:id="rId29"/>
    <p:sldId id="419" r:id="rId30"/>
    <p:sldId id="420" r:id="rId31"/>
    <p:sldId id="421" r:id="rId32"/>
    <p:sldId id="422" r:id="rId33"/>
    <p:sldId id="423" r:id="rId34"/>
    <p:sldId id="424" r:id="rId35"/>
    <p:sldId id="425" r:id="rId36"/>
    <p:sldId id="426" r:id="rId37"/>
    <p:sldId id="427" r:id="rId38"/>
    <p:sldId id="428" r:id="rId39"/>
    <p:sldId id="429" r:id="rId40"/>
    <p:sldId id="430" r:id="rId41"/>
    <p:sldId id="431" r:id="rId42"/>
    <p:sldId id="432" r:id="rId43"/>
    <p:sldId id="433" r:id="rId44"/>
    <p:sldId id="434" r:id="rId45"/>
    <p:sldId id="435" r:id="rId46"/>
    <p:sldId id="436" r:id="rId47"/>
    <p:sldId id="437" r:id="rId48"/>
    <p:sldId id="438" r:id="rId49"/>
    <p:sldId id="439" r:id="rId50"/>
    <p:sldId id="440" r:id="rId51"/>
    <p:sldId id="441" r:id="rId52"/>
    <p:sldId id="442" r:id="rId53"/>
    <p:sldId id="443" r:id="rId54"/>
    <p:sldId id="444" r:id="rId55"/>
    <p:sldId id="445" r:id="rId56"/>
    <p:sldId id="451" r:id="rId57"/>
    <p:sldId id="452" r:id="rId58"/>
    <p:sldId id="453" r:id="rId59"/>
    <p:sldId id="454" r:id="rId60"/>
    <p:sldId id="455" r:id="rId61"/>
    <p:sldId id="456" r:id="rId62"/>
    <p:sldId id="446" r:id="rId63"/>
    <p:sldId id="447" r:id="rId64"/>
    <p:sldId id="448" r:id="rId65"/>
    <p:sldId id="449" r:id="rId66"/>
    <p:sldId id="450" r:id="rId67"/>
    <p:sldId id="457" r:id="rId68"/>
    <p:sldId id="458" r:id="rId69"/>
    <p:sldId id="459" r:id="rId70"/>
    <p:sldId id="460" r:id="rId71"/>
    <p:sldId id="461" r:id="rId72"/>
    <p:sldId id="462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4660"/>
  </p:normalViewPr>
  <p:slideViewPr>
    <p:cSldViewPr snapToGrid="0">
      <p:cViewPr varScale="1">
        <p:scale>
          <a:sx n="67" d="100"/>
          <a:sy n="67" d="100"/>
        </p:scale>
        <p:origin x="77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3B03DF-1E7A-7C14-1C77-79D48C6FE435}"/>
              </a:ext>
            </a:extLst>
          </p:cNvPr>
          <p:cNvSpPr txBox="1"/>
          <p:nvPr/>
        </p:nvSpPr>
        <p:spPr>
          <a:xfrm>
            <a:off x="0" y="258901"/>
            <a:ext cx="12192000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200" b="1" dirty="0">
                <a:solidFill>
                  <a:schemeClr val="accent5"/>
                </a:solidFill>
              </a:rPr>
              <a:t>SENSITIVITY ANALYSIS OF SINGLE-DEGREE-FREEOM (SDOF) STRUCTURES USING INCREMENTAL DYNAMIC ANAYSIS EFFECTS OF INTIAL DISPLACEMENT, STRUCTURAL ELASTIC STIFFNESS, STRUCTURAL DUCTILITY RATIO AND OVER-STRENGTH FACTOR ON OUTPUT KEY PARAMETERS SUCH AS EQUIVALENT VISCOUS DAMPING RATIO FROM NONLINEAR DYNAMIC ANALYSES USING PYTHON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9C51-19BD-709E-1E88-01EDF1CA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C14281-974F-DB48-8209-BF0BEF48C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6692"/>
            <a:ext cx="12192000" cy="40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67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EEE91-EF6C-8426-0BBC-F4615455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90862-4774-0013-DA2F-3CD955523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9650"/>
            <a:ext cx="12192000" cy="311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4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11840-0B1F-397D-B5FA-06C5A1DE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146D6F-2CFD-BD1B-6C67-E8729848E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193" y="228600"/>
            <a:ext cx="815761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774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7D81-437E-CD66-E907-596CBB53C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839C4D-E105-5D21-D04C-04597E1A3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0B35B9-678F-FBB1-3D5D-07CD0C768B90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01</a:t>
            </a:r>
          </a:p>
        </p:txBody>
      </p:sp>
    </p:spTree>
    <p:extLst>
      <p:ext uri="{BB962C8B-B14F-4D97-AF65-F5344CB8AC3E}">
        <p14:creationId xmlns:p14="http://schemas.microsoft.com/office/powerpoint/2010/main" val="1387389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59E2-F012-4E41-3343-A51CCB8DF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A4F6A4-8607-5951-4AA3-891FB2E6D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BEFE2A-B1E3-2478-1ECF-17F5BCB697E1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02</a:t>
            </a:r>
          </a:p>
        </p:txBody>
      </p:sp>
    </p:spTree>
    <p:extLst>
      <p:ext uri="{BB962C8B-B14F-4D97-AF65-F5344CB8AC3E}">
        <p14:creationId xmlns:p14="http://schemas.microsoft.com/office/powerpoint/2010/main" val="1235629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F7A4-C61A-5F38-6683-E265FB1D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12492-1B4E-07E2-F869-4579B939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2572DE-ACB2-F449-7B69-B78A3105D5C7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03</a:t>
            </a:r>
          </a:p>
        </p:txBody>
      </p:sp>
    </p:spTree>
    <p:extLst>
      <p:ext uri="{BB962C8B-B14F-4D97-AF65-F5344CB8AC3E}">
        <p14:creationId xmlns:p14="http://schemas.microsoft.com/office/powerpoint/2010/main" val="3727533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52F22-C8B0-8A85-DF7F-E4767D66A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5B92AD-5FB8-E12B-7149-2ACCA54F9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781DF-922D-0FDE-14BE-38A96132CF78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04</a:t>
            </a:r>
          </a:p>
        </p:txBody>
      </p:sp>
    </p:spTree>
    <p:extLst>
      <p:ext uri="{BB962C8B-B14F-4D97-AF65-F5344CB8AC3E}">
        <p14:creationId xmlns:p14="http://schemas.microsoft.com/office/powerpoint/2010/main" val="2816626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4D0C3-33BC-8AC0-7546-EC996A27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C8780A-4FC2-F497-BE34-B2C16E7CF8E0}"/>
              </a:ext>
            </a:extLst>
          </p:cNvPr>
          <p:cNvSpPr txBox="1"/>
          <p:nvPr/>
        </p:nvSpPr>
        <p:spPr>
          <a:xfrm>
            <a:off x="857251" y="2151727"/>
            <a:ext cx="1000125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>
                <a:solidFill>
                  <a:schemeClr val="accent5"/>
                </a:solidFill>
              </a:rPr>
              <a:t>INCREMENTAL DYNAMIC ANALYSIS</a:t>
            </a:r>
          </a:p>
        </p:txBody>
      </p:sp>
    </p:spTree>
    <p:extLst>
      <p:ext uri="{BB962C8B-B14F-4D97-AF65-F5344CB8AC3E}">
        <p14:creationId xmlns:p14="http://schemas.microsoft.com/office/powerpoint/2010/main" val="3425243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1CAC-4795-E846-F7DF-A53A4F37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83B400-C0AC-CA00-1C4F-12A8958DD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311"/>
            <a:ext cx="12192000" cy="659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196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55571-C93B-A2D8-A3F4-01AB83089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02D0C9-CD29-455B-497F-AD9AC6079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311"/>
            <a:ext cx="12192000" cy="659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888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F897-7B43-3C43-F893-E6C23EEA1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E3090D-BD05-AB8B-252E-2577F6201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308" y="228600"/>
            <a:ext cx="748644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56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54A20-02B5-F790-E24F-3264C06ED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C97481-4977-43A4-A948-153C3906D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482" y="777738"/>
            <a:ext cx="748703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251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46420-1B90-7138-3DD4-9285B51FA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376A27-223E-B983-5963-864FD03E5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71" y="276063"/>
            <a:ext cx="891585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6916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A8EF8-A301-2C77-DA9E-24FC14308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1C58EF-B3E9-3731-7E00-9165F9422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709" y="777738"/>
            <a:ext cx="7442582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63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40E21-110D-EE61-0213-BC4273AE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4FCBDF-6303-76B2-8BB5-C8928D946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055" y="276063"/>
            <a:ext cx="855389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194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9F46-71FC-D277-5DEB-F7FB07587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D68044-FEA3-7B33-4341-8E7D3458C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017" y="777738"/>
            <a:ext cx="808396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9211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46A8E-FDE3-B634-D12F-BEB05601B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392AE7-8EFB-1DCC-BD27-97F82611B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727" y="276063"/>
            <a:ext cx="8674546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03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A70DF-77E7-8312-700E-941CAA85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548200-2FF0-3BB0-C336-ABE75D80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676" y="771388"/>
            <a:ext cx="8712648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557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65B61-2438-C20F-0E0D-6A732E440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9005E6-3C2E-24F6-475E-238D72115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230" y="276063"/>
            <a:ext cx="8547539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087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47834-C5E7-6A73-2B57-7A790059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4F304E-1E73-FA9B-6152-2FCC57A67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43" y="771388"/>
            <a:ext cx="8064914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657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4B7A-FCB4-85E7-EED6-33B845A0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69A60B-C740-AFC0-7208-A7D82D514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354" y="276063"/>
            <a:ext cx="8579291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15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5999A-6EAA-8FAC-DDC7-268A5C1CF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E444EF-1CCE-092A-AB24-92A91C499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030" y="771388"/>
            <a:ext cx="7575939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616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A6B7-E41F-6B91-C6BF-45BAE6F89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220C9CB-9021-4AE9-EAC5-A1E7CF80C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405" y="276063"/>
            <a:ext cx="8541189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4625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0B51A-406B-47F0-2621-AEABDC582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7E2D54-63E7-58E7-B626-E209C027A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902" y="777738"/>
            <a:ext cx="866819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010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F1FA-AE7B-1661-9F86-4C12CDF51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2E8202-D06D-1846-E507-F291A6F87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399" y="276063"/>
            <a:ext cx="8795202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718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0B16B-BCAE-EC82-EB83-E4725B41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7EF3B0-055C-FD7B-5C48-E6FECAE4C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476" y="771388"/>
            <a:ext cx="7741048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37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8EE24-9D45-D4CC-A383-D5F7AF21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B08657-D7EF-3740-B1C4-64F66B79B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501" y="276063"/>
            <a:ext cx="871899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42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9274A-808E-82BC-031F-3BA271C0D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1A8B5D-A853-C48D-5E19-02F6B8068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759" y="771388"/>
            <a:ext cx="7404481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8779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837CF-6163-DCEE-ABF0-372319C5A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48638C-2617-4708-9909-9FDF683B0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975" y="276063"/>
            <a:ext cx="8738049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1452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8DD1-0A90-5344-B42C-5ABCC4F0C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B1E19D-038D-508A-A7DE-E0EFDCBBE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314" y="771388"/>
            <a:ext cx="7239372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6684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3224F-1C46-1674-7214-5DE17BEA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514E31-C0C7-FFBA-AEBF-6F08D45FC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377" y="276063"/>
            <a:ext cx="8687246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676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F1D7E-31CC-0171-C40D-360A12FE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A2EA3FF-8543-A067-C507-54D083734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527" y="777738"/>
            <a:ext cx="7702946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3735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6E0D0-2459-8F0C-75B4-531A6525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50161F-8E50-BE81-FFD0-36180A9A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778" y="276063"/>
            <a:ext cx="863644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1736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21E2E-33A3-E2B6-C13F-9B538F03D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6A9344-3630-C751-A170-867AE67D8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95" y="771388"/>
            <a:ext cx="6979009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943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CF45-BA7B-E23D-653E-624D51E6C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7EBE34-5D32-FA5C-1965-66751FFC5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851" y="276063"/>
            <a:ext cx="8706297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4834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37C76-FD1B-D8A4-6824-9F3CBCB52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117242-AEFC-53AF-588C-0E7C1A676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285" y="771388"/>
            <a:ext cx="7385430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958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C6192-BF22-8682-4591-F69725B68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E0F29D-6AA6-D8B4-11F1-9C19B9671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851" y="276063"/>
            <a:ext cx="8706297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3027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332FD-2158-3EFA-D4C4-77BE54E4F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FC506B-1945-0580-5E50-F3D93C280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276" y="771388"/>
            <a:ext cx="6769448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8148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CFC9-8278-9F5A-8421-C76C2AA3A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3B4070-20BD-9A20-E966-B1D0D192B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297" y="276063"/>
            <a:ext cx="8871406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3559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39285-DEE7-01B4-131B-BC7528405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D5D1AC-8455-C5B6-60ED-9DC4F9B9B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378" y="771388"/>
            <a:ext cx="6693244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5885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BD112-0B29-3C09-8807-66BD515FB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8ED8C5-F0EA-8705-29AD-F8ABB6670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953" y="276063"/>
            <a:ext cx="863009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7062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AF583-FE73-4B24-3FF9-5CC52EE7A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575A33-1EE6-60EA-75A7-92F8A5789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291" y="771388"/>
            <a:ext cx="7131417" cy="531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4121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DCE8C-BAA8-AEA5-F891-AC47A8ED1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0DB15C-A0F5-D7A3-B1E2-49D4E4561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902" y="276063"/>
            <a:ext cx="8668195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8004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77EA7-F396-6058-6DA2-8FD07590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CA2337-54E5-115C-BB52-5370F7C6C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349" y="777738"/>
            <a:ext cx="6839301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5110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8468C-B517-983E-BB03-E02D9EC38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5AAA1B-3AFB-E0A8-4FC2-7D24069B5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74" y="276063"/>
            <a:ext cx="8788852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436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1C889-A134-144A-B05B-85EC55FD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C47138-5988-FA4A-30E8-66F071A10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416" y="777738"/>
            <a:ext cx="7163168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3159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E752-3935-21BB-8E7D-9BE45F6E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7FF78C-BBC2-2CF5-8D30-286591F8B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953" y="276063"/>
            <a:ext cx="863009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2894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B3FC3-A58A-AB55-631E-E59D7776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0B654B-0FCB-F882-5AB1-319E347DD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129" y="777738"/>
            <a:ext cx="6629741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4583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353BE-5F86-FD7A-279C-CF1F76200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6F67A2-2A84-B806-0A9B-16F04B3F0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246" y="276063"/>
            <a:ext cx="8909508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5295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D452D-D205-3D96-7672-3A8FAC98D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91BF0C-6FB9-4D2C-8B3E-61221CEB5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407" y="777738"/>
            <a:ext cx="6547186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3030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76DA4-038A-614B-656D-C9F3DC613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4D04E1-7B9F-DD8D-31A7-A7825300E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230" y="276063"/>
            <a:ext cx="8547539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1916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89F1-72E8-1EE1-E671-78C014CE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0A98F6-20BF-0AA3-6C34-60E652598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868" y="777738"/>
            <a:ext cx="7074264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377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DF5F5-4A05-A848-F155-8951E7EFB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C7B2B8-004E-41B1-7CC6-164A5B9FD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625" y="276063"/>
            <a:ext cx="8750750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4342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E2090-9750-0BEF-E705-77758A0D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EAC6AA-A797-8F52-7159-E3725828C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221" y="936497"/>
            <a:ext cx="793155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3226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2187-5E8E-8B9A-99DF-47B4BA4F2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BCCDB0-87C5-89A6-A942-51B2E98C0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59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28B1D-92CA-5B10-1AE1-5FF772B13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9C4B66-D12C-32F5-D658-A3BBE868C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374" y="936497"/>
            <a:ext cx="781725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5235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13BB7-7026-3452-550B-5E641A8C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A092EA-F1D5-76A5-DAD6-23247FE13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02" y="936497"/>
            <a:ext cx="769659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4549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F7F4B-5D13-30D7-E9E1-9D387D099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81D79B4-4AF0-89EC-EEDE-F44FBD8F2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893" y="936497"/>
            <a:ext cx="805221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611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F7199-88F2-C95D-D3FC-EF54896CE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F54A4F-AD29-D787-FF5F-320C69B27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6812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07224-192A-DD84-0A49-8CAEF95C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6C9258-8305-2BAE-8B74-6CCE6E67E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893" y="936497"/>
            <a:ext cx="805221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1850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DDA30-4FF2-6D82-08E8-2BF1FCB6B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0E5A06-399C-17F6-65FA-80E0085AC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0253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40EAC-080E-EFCD-E2F1-D37C6AE63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067523-F055-4543-E502-39F819D17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00" y="936497"/>
            <a:ext cx="777279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237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8C5B-AC86-53F6-414D-873D1F22F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8C660CB-33AA-1192-EF04-AA1F6A445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6348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9A4B7-2ACF-8486-92F2-691305A62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0074A9-7385-2B09-83FB-D921FCC56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339" y="936497"/>
            <a:ext cx="821732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5654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50F8A-D140-340A-AB7B-19B6D4452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DC1444-97A3-A204-0995-EA93E0834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496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36A9D-6D1E-537E-D1D1-DFF5D9F1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64CDC0-BC0E-E46F-B06E-7C05AFB67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201" y="936497"/>
            <a:ext cx="869359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9730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D584-7A69-3C24-97AF-5DA120EFF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0C360-0656-E2D3-0F51-7616B5627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753" y="936497"/>
            <a:ext cx="765849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3206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1BE40-0EB1-3121-C661-2AB1C81D7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49C543-3192-0A05-0C42-471124387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09" y="0"/>
            <a:ext cx="68045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9735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95573-623F-2E40-BD63-2C52ECE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1DA40C-69F0-8887-21EC-C5A58191E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766" y="733286"/>
            <a:ext cx="7150467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5368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B0AE-FB49-7A65-AD77-A0E899D19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9D2919-2556-B442-B709-EBE0E97A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0745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1A4A1-2A99-6AF2-3F31-ED6EBBA32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890FC5-9505-1215-B820-78ADBD23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07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81</Words>
  <Application>Microsoft Office PowerPoint</Application>
  <PresentationFormat>Widescreen</PresentationFormat>
  <Paragraphs>8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175</cp:revision>
  <cp:lastPrinted>2026-03-23T10:01:33Z</cp:lastPrinted>
  <dcterms:created xsi:type="dcterms:W3CDTF">2025-06-03T10:37:48Z</dcterms:created>
  <dcterms:modified xsi:type="dcterms:W3CDTF">2026-08-09T17:52:20Z</dcterms:modified>
</cp:coreProperties>
</file>