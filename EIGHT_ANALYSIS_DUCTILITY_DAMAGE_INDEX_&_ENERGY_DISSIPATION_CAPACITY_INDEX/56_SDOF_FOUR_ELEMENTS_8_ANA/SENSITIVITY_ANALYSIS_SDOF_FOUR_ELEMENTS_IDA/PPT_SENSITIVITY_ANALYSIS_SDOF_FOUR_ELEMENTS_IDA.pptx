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01" r:id="rId3"/>
    <p:sldId id="379" r:id="rId4"/>
    <p:sldId id="402" r:id="rId5"/>
    <p:sldId id="380" r:id="rId6"/>
    <p:sldId id="381" r:id="rId7"/>
    <p:sldId id="382" r:id="rId8"/>
    <p:sldId id="383" r:id="rId9"/>
    <p:sldId id="263" r:id="rId10"/>
    <p:sldId id="329" r:id="rId11"/>
    <p:sldId id="384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  <p:sldId id="419" r:id="rId29"/>
    <p:sldId id="420" r:id="rId30"/>
    <p:sldId id="421" r:id="rId31"/>
    <p:sldId id="422" r:id="rId32"/>
    <p:sldId id="423" r:id="rId33"/>
    <p:sldId id="424" r:id="rId34"/>
    <p:sldId id="425" r:id="rId35"/>
    <p:sldId id="426" r:id="rId36"/>
    <p:sldId id="427" r:id="rId37"/>
    <p:sldId id="428" r:id="rId38"/>
    <p:sldId id="429" r:id="rId39"/>
    <p:sldId id="430" r:id="rId40"/>
    <p:sldId id="431" r:id="rId41"/>
    <p:sldId id="432" r:id="rId42"/>
    <p:sldId id="433" r:id="rId43"/>
    <p:sldId id="434" r:id="rId44"/>
    <p:sldId id="435" r:id="rId45"/>
    <p:sldId id="436" r:id="rId46"/>
    <p:sldId id="437" r:id="rId47"/>
    <p:sldId id="438" r:id="rId48"/>
    <p:sldId id="439" r:id="rId49"/>
    <p:sldId id="440" r:id="rId50"/>
    <p:sldId id="441" r:id="rId51"/>
    <p:sldId id="442" r:id="rId52"/>
    <p:sldId id="443" r:id="rId53"/>
    <p:sldId id="444" r:id="rId54"/>
    <p:sldId id="445" r:id="rId55"/>
    <p:sldId id="451" r:id="rId56"/>
    <p:sldId id="452" r:id="rId57"/>
    <p:sldId id="453" r:id="rId58"/>
    <p:sldId id="454" r:id="rId59"/>
    <p:sldId id="455" r:id="rId60"/>
    <p:sldId id="456" r:id="rId61"/>
    <p:sldId id="446" r:id="rId62"/>
    <p:sldId id="447" r:id="rId63"/>
    <p:sldId id="448" r:id="rId64"/>
    <p:sldId id="449" r:id="rId65"/>
    <p:sldId id="450" r:id="rId66"/>
    <p:sldId id="457" r:id="rId67"/>
    <p:sldId id="458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B03DF-1E7A-7C14-1C77-79D48C6FE435}"/>
              </a:ext>
            </a:extLst>
          </p:cNvPr>
          <p:cNvSpPr txBox="1"/>
          <p:nvPr/>
        </p:nvSpPr>
        <p:spPr>
          <a:xfrm>
            <a:off x="0" y="258901"/>
            <a:ext cx="1219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200" b="1" dirty="0">
                <a:solidFill>
                  <a:schemeClr val="accent5"/>
                </a:solidFill>
              </a:rPr>
              <a:t>SENSITIVITY ANALYSIS OF SINGLE-DEGREE-FREEOM (SDOF) STRUCTURES USING INCREMENTAL DYNAMIC ANAYSIS EFFECTS OF INTIAL DISPLACEMENT, STRUCTURAL ELASTIC STIFFNESS, STRUCTURAL DUCTILITY RATIO AND OVER-STRENGTH FACTOR ON OUTPUT KEY PARAMETERS SUCH AS EQULIVALENT VISCOUS DAMPING RATIO FROM NONLINEAR DYNAMIC ANALYSES USING PYTHON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9C51-19BD-709E-1E88-01EDF1CA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C14281-974F-DB48-8209-BF0BEF48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692"/>
            <a:ext cx="12192000" cy="402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6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1840-0B1F-397D-B5FA-06C5A1DE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46D6F-2CFD-BD1B-6C67-E872984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3" y="228600"/>
            <a:ext cx="815761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7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57251" y="2151727"/>
            <a:ext cx="10001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accent5"/>
                </a:solidFill>
              </a:rPr>
              <a:t>INCREMENTAL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55BC14-1B26-DE37-4723-EE54E3502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8BE8-796F-AFE9-5C74-BCB62B16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89B8F4-C0E2-E639-D659-369B3891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8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4A20-02B5-F790-E24F-3264C06E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32C06-1C45-B8A4-55B2-59043362C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482" y="777738"/>
            <a:ext cx="748703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5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6420-1B90-7138-3DD4-9285B51F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4D21A-C66C-B382-FA65-7BF000108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071" y="276063"/>
            <a:ext cx="891585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9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8EF8-A301-2C77-DA9E-24FC1430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C58EF-B3E9-3731-7E00-9165F942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09" y="777738"/>
            <a:ext cx="744258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6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0E21-110D-EE61-0213-BC4273AE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4FCBDF-6303-76B2-8BB5-C8928D94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9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9F46-71FC-D277-5DEB-F7FB0758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68044-FEA3-7B33-4341-8E7D3458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017" y="777738"/>
            <a:ext cx="808396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21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6A8E-FDE3-B634-D12F-BEB05601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92AE7-8EFB-1DCC-BD27-97F82611B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27" y="276063"/>
            <a:ext cx="867454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0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70DF-77E7-8312-700E-941CAA85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48200-2FF0-3BB0-C336-ABE75D80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771388"/>
            <a:ext cx="87126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57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65B61-2438-C20F-0E0D-6A732E44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005E6-3C2E-24F6-475E-238D7211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8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7834-C5E7-6A73-2B57-7A790059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4F304E-1E73-FA9B-6152-2FCC57A67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43" y="771388"/>
            <a:ext cx="8064914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57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4B7A-FCB4-85E7-EED6-33B845A0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69A60B-C740-AFC0-7208-A7D82D51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54" y="276063"/>
            <a:ext cx="857929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5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999A-6EAA-8FAC-DDC7-268A5C1C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444EF-1CCE-092A-AB24-92A91C49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30" y="771388"/>
            <a:ext cx="7575939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16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A6B7-E41F-6B91-C6BF-45BAE6F8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0C9CB-9021-4AE9-EAC5-A1E7CF80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05" y="276063"/>
            <a:ext cx="854118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62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B51A-406B-47F0-2621-AEABDC58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E2D54-63E7-58E7-B626-E209C027A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02" y="777738"/>
            <a:ext cx="866819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01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F1FA-AE7B-1661-9F86-4C12CDF5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E8202-D06D-1846-E507-F291A6F87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99" y="276063"/>
            <a:ext cx="879520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18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B16B-BCAE-EC82-EB83-E4725B41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F6F10-2415-2477-9BFE-F273107A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476" y="771388"/>
            <a:ext cx="77410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37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EE24-9D45-D4CC-A383-D5F7AF21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88BDE1-CF70-A478-C9A6-A236C629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276063"/>
            <a:ext cx="878885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274A-808E-82BC-031F-3BA271C0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4C585-342A-D95B-C324-B4DDF622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759" y="771388"/>
            <a:ext cx="7404481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77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37CF-6163-DCEE-ABF0-372319C5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29D8B-69A1-56D4-75EF-EC5984F0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98" y="276063"/>
            <a:ext cx="882060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45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8DD1-0A90-5344-B42C-5ABCC4F0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7A0DA-54CA-4EC1-1C75-A806E499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91" y="771388"/>
            <a:ext cx="715681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68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224F-1C46-1674-7214-5DE17BEA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29A1E-6A1E-767C-4FCB-E56292A38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749" y="276063"/>
            <a:ext cx="878250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76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1D7E-31CC-0171-C40D-360A12FE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2EA3FF-8543-A067-C507-54D083734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27" y="777738"/>
            <a:ext cx="7702946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73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E0D0-2459-8F0C-75B4-531A6525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0161F-8E50-BE81-FFD0-36180A9AE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276063"/>
            <a:ext cx="863644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73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1E2E-33A3-E2B6-C13F-9B538F03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2B763-76DE-1FD4-6E58-D68DA4DF4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95" y="771388"/>
            <a:ext cx="6979009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94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CF45-BA7B-E23D-653E-624D51E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27FC3-A5E6-2FBD-E83A-4DC0201CE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276063"/>
            <a:ext cx="878885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83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7C76-FD1B-D8A4-6824-9F3CBCB5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166DE-F279-F207-C4AF-CD30F515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85" y="771388"/>
            <a:ext cx="7385430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95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6192-BF22-8682-4591-F69725B6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6AD0D-4D96-2EE1-A31F-363C25E5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51" y="276063"/>
            <a:ext cx="8706297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02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32FD-2158-3EFA-D4C4-77BE54E4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CD4F9-165A-65C6-398B-5AB07D27F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09" y="771388"/>
            <a:ext cx="6445581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14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CFC9-8278-9F5A-8421-C76C2AA3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484440-415C-B862-A484-7B222200B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55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9285-DEE7-01B4-131B-BC752840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1A17E-74A1-D01B-F22A-F8F6138DB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76" y="771388"/>
            <a:ext cx="67694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885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BD112-0B29-3C09-8807-66BD515F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201B2-3703-6F7F-ED4C-7DE9FC50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53" y="276063"/>
            <a:ext cx="863009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06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F583-FE73-4B24-3FF9-5CC52EE7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8BDFA-40D5-7E4A-DA54-C1F6DB40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91" y="771388"/>
            <a:ext cx="7131417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12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CE8C-BAA8-AEA5-F891-AC47A8ED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3F746-6ED0-9A88-0169-A479A4356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02" y="276063"/>
            <a:ext cx="8668195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004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7EA7-F396-6058-6DA2-8FD07590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914EC-7A5C-890A-39AF-6138FF879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072" y="777738"/>
            <a:ext cx="6921856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11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468C-B517-983E-BB03-E02D9EC3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39CF14-2005-DD7C-3C6D-8E6F80771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276063"/>
            <a:ext cx="878885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43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C889-A134-144A-B05B-85EC55FD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2DB41-601A-2275-22A8-532F295E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16" y="777738"/>
            <a:ext cx="716316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159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E752-3935-21BB-8E7D-9BE45F6E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628968-9582-74DC-9A0D-00FC1D86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53" y="276063"/>
            <a:ext cx="863009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89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3FC3-A58A-AB55-631E-E59D7776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8BF022-7BC4-7E44-6E0D-6A2475365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777738"/>
            <a:ext cx="662974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583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53BE-5F86-FD7A-279C-CF1F7620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011F8-F3EE-3BFA-34C7-6178F368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246" y="276063"/>
            <a:ext cx="890950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295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452D-D205-3D96-7672-3A8FAC98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BEA994-1F27-8D83-6857-1B1450EF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777738"/>
            <a:ext cx="662974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030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6DA4-038A-614B-656D-C9F3DC61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54F88-C4EE-2BC2-2AE7-49252912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916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E89F1-72E8-1EE1-E671-78C014CE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19142-DED2-FCAC-C69D-C6787161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45" y="777738"/>
            <a:ext cx="699170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377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F5F5-4A05-A848-F155-8951E7EF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54981-E44F-1A53-F09D-E5F13C37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02" y="276063"/>
            <a:ext cx="8668195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34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2090-9750-0BEF-E705-77758A0D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75ECC-A98E-9BAA-4153-179A3FCA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8" y="936497"/>
            <a:ext cx="804586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226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2187-5E8E-8B9A-99DF-47B4BA4F2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01573-5179-21A1-06DE-00C2601A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985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8B1D-92CA-5B10-1AE1-5FF772B1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27882-1631-E113-98BF-58FB0FD3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235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3BB7-7026-3452-550B-5E641A8C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92A93-7BC2-B14B-1282-1836B1A2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549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7F4B-5D13-30D7-E9E1-9D387D09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A687D-F7D1-4BF9-BA97-1599EB95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92" y="936497"/>
            <a:ext cx="807761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11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7199-88F2-C95D-D3FC-EF54896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890E1-19DD-F5DB-1E2E-F993D01F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812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7224-192A-DD84-0A49-8CAEF95C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CC7D9E-49FC-C5A3-7B33-FFBDECF9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850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DA30-4FF2-6D82-08E8-2BF1FCB6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D2323-88D6-B196-E0A9-D550A8D0C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253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0EAC-080E-EFCD-E2F1-D37C6AE6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04EAC-CC6A-C6E7-3467-D73096AA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36" y="936497"/>
            <a:ext cx="83189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237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8C5B-AC86-53F6-414D-873D1F22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26850-7B92-6CEB-2F84-49781705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348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A4B7-2ACF-8486-92F2-691305A6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074A9-7385-2B09-83FB-D921FCC5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654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0F8A-D140-340A-AB7B-19B6D445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DC1444-97A3-A204-0995-EA93E083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496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6A9D-6D1E-537E-D1D1-DFF5D9F1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7D5313-EA4F-3A3B-B81E-22CE3E32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51" y="936497"/>
            <a:ext cx="967789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730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D584-7A69-3C24-97AF-5DA120EF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CA25D-8F02-4E51-3A7D-94533EBC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3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81</Words>
  <Application>Microsoft Office PowerPoint</Application>
  <PresentationFormat>Widescreen</PresentationFormat>
  <Paragraphs>8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172</cp:revision>
  <cp:lastPrinted>2026-03-23T10:01:33Z</cp:lastPrinted>
  <dcterms:created xsi:type="dcterms:W3CDTF">2025-06-03T10:37:48Z</dcterms:created>
  <dcterms:modified xsi:type="dcterms:W3CDTF">2026-07-31T13:37:46Z</dcterms:modified>
</cp:coreProperties>
</file>