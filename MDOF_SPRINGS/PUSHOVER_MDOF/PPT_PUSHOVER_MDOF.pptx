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316" r:id="rId5"/>
    <p:sldId id="258" r:id="rId6"/>
    <p:sldId id="320" r:id="rId7"/>
    <p:sldId id="261" r:id="rId8"/>
    <p:sldId id="260" r:id="rId9"/>
    <p:sldId id="318" r:id="rId10"/>
    <p:sldId id="319" r:id="rId11"/>
    <p:sldId id="317" r:id="rId12"/>
    <p:sldId id="32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443567"/>
            <a:ext cx="121920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7000" b="1" dirty="0">
                <a:solidFill>
                  <a:schemeClr val="accent5"/>
                </a:solidFill>
              </a:rPr>
              <a:t>COMPARATIVE PUSHOVER ANALYSIS OF A MDOF STRUCTURE: ELASTIC VS INELASTIC RESPONSE USING OPENSEES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BAA0D-B2AE-8258-D971-41DF30753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18"/>
            <a:ext cx="12192000" cy="631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07C7DF-D55E-82FE-B2A2-DE30B7481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47D987-6858-3CDF-DBDA-7D12CE917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5" y="251460"/>
            <a:ext cx="10486346" cy="4297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5B1034-5848-7C62-2062-899D00A6EAC3}"/>
              </a:ext>
            </a:extLst>
          </p:cNvPr>
          <p:cNvSpPr txBox="1"/>
          <p:nvPr/>
        </p:nvSpPr>
        <p:spPr>
          <a:xfrm>
            <a:off x="3429000" y="4769167"/>
            <a:ext cx="66913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 Structure Elastic Stiffness :     74942.52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Plastic Stiffness :     23510.68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Tangent Stiffness :     5012.99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Ductility Ratio :       3.78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Structure Over Strength Factor:   1.19</a:t>
            </a:r>
          </a:p>
        </p:txBody>
      </p:sp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9C29D8-1CA1-1E07-0573-BFDC5C7D2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0"/>
            <a:ext cx="10259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3942-A27A-FAF7-81B1-1EA9A750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3A0A8F-4C18-9752-20EF-555364098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1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D6480-6642-54A9-D669-9513F6B1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7CEFC3-A170-E967-E8E9-47C9C884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8EF8-C679-4D20-0D37-2E5DB65F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18960-BAD7-4392-7773-D654133C0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5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AAE-E9C9-4749-5E7E-73E4DE68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77469F-CEB4-0854-1175-1C7EAEB8F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9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5CD5-9DC2-B2CD-7EEA-69BF5C1A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E8DF0C-54E9-B80B-4416-A82221DF9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278" y="468248"/>
            <a:ext cx="7739443" cy="592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8C79-FF44-6035-C0FD-70C288A5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A2CF37-AAFB-CE06-5A20-3A7D1A0F7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E04E00-008C-B5E2-861B-90A777F32E62}"/>
              </a:ext>
            </a:extLst>
          </p:cNvPr>
          <p:cNvSpPr txBox="1"/>
          <p:nvPr/>
        </p:nvSpPr>
        <p:spPr>
          <a:xfrm>
            <a:off x="5086351" y="1667952"/>
            <a:ext cx="610076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=   Analysis curve fitted =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    </a:t>
            </a:r>
            <a:r>
              <a:rPr lang="en-US" sz="1400" b="1" dirty="0" err="1">
                <a:solidFill>
                  <a:schemeClr val="accent5"/>
                </a:solidFill>
              </a:rPr>
              <a:t>Disp</a:t>
            </a:r>
            <a:r>
              <a:rPr lang="en-US" sz="1400" b="1" dirty="0">
                <a:solidFill>
                  <a:schemeClr val="accent5"/>
                </a:solidFill>
              </a:rPr>
              <a:t>        Base Shear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----------------------------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[[0.00000000e+00 0.00000000e+00]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[3.43874631e-02 2.57708318e+03]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[1.30000000e-01 3.05638823e+03]]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Elastic Stiffness :     74942.52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Plastic Stiffness :     23510.68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Tangent Stiffness :     5012.99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Ductility Ratio :       3.78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 Structure Over Strength Factor:   1.19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Over Strength Coefficient (</a:t>
            </a:r>
            <a:r>
              <a:rPr lang="el-GR" sz="1400" b="1" dirty="0">
                <a:solidFill>
                  <a:schemeClr val="accent5"/>
                </a:solidFill>
              </a:rPr>
              <a:t>Ω0):      1.1860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Displacement Ductility Ratio (</a:t>
            </a:r>
            <a:r>
              <a:rPr lang="el-GR" sz="1400" b="1" dirty="0">
                <a:solidFill>
                  <a:schemeClr val="accent5"/>
                </a:solidFill>
              </a:rPr>
              <a:t>μ):    3.7804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Ductility Coefficient (R</a:t>
            </a:r>
            <a:r>
              <a:rPr lang="el-GR" sz="1400" b="1" dirty="0">
                <a:solidFill>
                  <a:schemeClr val="accent5"/>
                </a:solidFill>
              </a:rPr>
              <a:t>μ):          3.7804</a:t>
            </a:r>
          </a:p>
          <a:p>
            <a:r>
              <a:rPr lang="en-US" sz="1400" b="1" dirty="0">
                <a:solidFill>
                  <a:schemeClr val="accent5"/>
                </a:solidFill>
              </a:rPr>
              <a:t>Structural Behavior Coefficient (R): 4.4836</a:t>
            </a:r>
          </a:p>
        </p:txBody>
      </p:sp>
    </p:spTree>
    <p:extLst>
      <p:ext uri="{BB962C8B-B14F-4D97-AF65-F5344CB8AC3E}">
        <p14:creationId xmlns:p14="http://schemas.microsoft.com/office/powerpoint/2010/main" val="374280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163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42</cp:revision>
  <cp:lastPrinted>2025-08-21T19:26:16Z</cp:lastPrinted>
  <dcterms:created xsi:type="dcterms:W3CDTF">2025-07-19T22:10:00Z</dcterms:created>
  <dcterms:modified xsi:type="dcterms:W3CDTF">2025-11-27T11:43:02Z</dcterms:modified>
</cp:coreProperties>
</file>