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6" r:id="rId4"/>
    <p:sldId id="31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117693"/>
            <a:ext cx="12192000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6600" b="1" dirty="0">
                <a:solidFill>
                  <a:schemeClr val="accent5"/>
                </a:solidFill>
              </a:rPr>
              <a:t>SIMULATE THE SEISMIC RESPONSE OF A SINGLE-DEGREE-OF-FREEDOM (SDOF) STRUCTURE WITH COULOMB DRY FRICTION USING OPENSEES 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2991C4-19F1-E021-4C52-4AA20DE67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280" y="0"/>
            <a:ext cx="85834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B893-5C50-A71F-EA6A-38581BA5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6413B0-F79B-7987-2A5D-9B3AC2A36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989"/>
            <a:ext cx="12192000" cy="655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39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5730E-B614-939E-B552-07F8D4667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DE3CD8D-5B31-3E5E-6BFF-18497BC1C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5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40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44</cp:revision>
  <cp:lastPrinted>2025-12-29T06:43:39Z</cp:lastPrinted>
  <dcterms:created xsi:type="dcterms:W3CDTF">2025-07-19T22:10:00Z</dcterms:created>
  <dcterms:modified xsi:type="dcterms:W3CDTF">2026-03-15T19:11:02Z</dcterms:modified>
</cp:coreProperties>
</file>