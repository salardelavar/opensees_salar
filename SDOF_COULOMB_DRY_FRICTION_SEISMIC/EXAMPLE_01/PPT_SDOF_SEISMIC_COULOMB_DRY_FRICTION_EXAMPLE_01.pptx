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6" r:id="rId4"/>
    <p:sldId id="317" r:id="rId5"/>
    <p:sldId id="323" r:id="rId6"/>
    <p:sldId id="258" r:id="rId7"/>
    <p:sldId id="321" r:id="rId8"/>
    <p:sldId id="320" r:id="rId9"/>
    <p:sldId id="31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117693"/>
            <a:ext cx="12192000" cy="6678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600" b="1" dirty="0">
                <a:solidFill>
                  <a:schemeClr val="accent5"/>
                </a:solidFill>
              </a:rPr>
              <a:t>SIMULATE THE SEISMIC RESPONSE OF A SINGLE-DEGREE-OF-FREEDOM (SDOF) STRUCTURE WITH COULOMB DRY FRICTION USING OPENSEES </a:t>
            </a:r>
          </a:p>
          <a:p>
            <a:pPr algn="ctr"/>
            <a:r>
              <a:rPr lang="en-US" sz="1600" b="1" dirty="0">
                <a:solidFill>
                  <a:schemeClr val="accent3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2991C4-19F1-E021-4C52-4AA20DE67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280" y="0"/>
            <a:ext cx="85834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6B893-5C50-A71F-EA6A-38581BA5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430EE2-383F-16D6-F380-BDC398E859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1668"/>
            <a:ext cx="12192000" cy="4046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339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F7277-101B-DD3D-75E3-132079BE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6A5C7-70AE-C42F-0EAD-F7C58FE65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104" y="685800"/>
            <a:ext cx="8107792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371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6A2F6-91B7-FDCE-D6EA-F8FD8A47C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A171733-8195-0094-4546-69366A4CA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988"/>
            <a:ext cx="12192000" cy="659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71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CDF46-10CD-2617-2D90-ACB296357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92CA79-B929-512D-0415-AAFA2966D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555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7080-91CE-E037-6B47-42529140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E0F0BD-C404-A6C1-E85A-89CBEF7AA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326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5DE0C-026E-B838-A3AC-C1B32D9F8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0814EA-8400-AEF8-C3CE-0D845F7A0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20" y="228600"/>
            <a:ext cx="8341425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37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343D6-F7C7-0699-8EFA-F8F9C1EA2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A0B7B-5E5A-4C7A-9CEA-E10B176D1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825" y="414337"/>
            <a:ext cx="8602349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59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9A2-06C7-15A5-4AD4-83251B66D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0C00BD-5D20-5AD0-16E2-DD8883B97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981" y="228600"/>
            <a:ext cx="795003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874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40</Words>
  <Application>Microsoft Office PowerPoint</Application>
  <PresentationFormat>Widescreen</PresentationFormat>
  <Paragraphs>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41</cp:revision>
  <cp:lastPrinted>2025-12-29T06:43:39Z</cp:lastPrinted>
  <dcterms:created xsi:type="dcterms:W3CDTF">2025-07-19T22:10:00Z</dcterms:created>
  <dcterms:modified xsi:type="dcterms:W3CDTF">2026-04-18T06:21:11Z</dcterms:modified>
</cp:coreProperties>
</file>