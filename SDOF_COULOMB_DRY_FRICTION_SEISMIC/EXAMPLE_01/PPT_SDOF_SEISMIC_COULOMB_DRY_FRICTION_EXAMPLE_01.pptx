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317" r:id="rId5"/>
    <p:sldId id="323" r:id="rId6"/>
    <p:sldId id="324" r:id="rId7"/>
    <p:sldId id="258" r:id="rId8"/>
    <p:sldId id="321" r:id="rId9"/>
    <p:sldId id="320" r:id="rId10"/>
    <p:sldId id="31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117693"/>
            <a:ext cx="12192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600" b="1" dirty="0">
                <a:solidFill>
                  <a:schemeClr val="accent5"/>
                </a:solidFill>
              </a:rPr>
              <a:t>SIMULATE THE SEISMIC RESPONSE OF A SINGLE-DEGREE-OF-FREEDOM (SDOF) STRUCTURE WITH COULOMB DRY FRICTION USING OPENSEES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2991C4-19F1-E021-4C52-4AA20DE67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80" y="0"/>
            <a:ext cx="8583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430EE2-383F-16D6-F380-BDC398E85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1668"/>
            <a:ext cx="12192000" cy="404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7277-101B-DD3D-75E3-132079BE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06A5C7-70AE-C42F-0EAD-F7C58FE6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04" y="685800"/>
            <a:ext cx="810779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7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A2F6-91B7-FDCE-D6EA-F8FD8A47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171733-8195-0094-4546-69366A4CA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88"/>
            <a:ext cx="12192000" cy="659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FA7EC-6A18-22C0-1B5A-97605C9E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41AFDE-A64A-49EF-81B2-15F58B80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776" y="228600"/>
            <a:ext cx="748644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37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92CA79-B929-512D-0415-AAFA2966D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7080-91CE-E037-6B47-425291401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E0F0BD-C404-A6C1-E85A-89CBEF7AA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26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5DE0C-026E-B838-A3AC-C1B32D9F8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0814EA-8400-AEF8-C3CE-0D845F7A0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720" y="228600"/>
            <a:ext cx="8341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43D6-F7C7-0699-8EFA-F8F9C1EA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DA0B7B-5E5A-4C7A-9CEA-E10B176D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25" y="414337"/>
            <a:ext cx="860234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99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BD000D-7778-3727-6D48-72C1B834B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519" y="228600"/>
            <a:ext cx="810496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40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42</cp:revision>
  <cp:lastPrinted>2025-12-29T06:43:39Z</cp:lastPrinted>
  <dcterms:created xsi:type="dcterms:W3CDTF">2025-07-19T22:10:00Z</dcterms:created>
  <dcterms:modified xsi:type="dcterms:W3CDTF">2026-08-02T11:55:43Z</dcterms:modified>
</cp:coreProperties>
</file>