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52" r:id="rId5"/>
    <p:sldId id="320" r:id="rId6"/>
    <p:sldId id="357" r:id="rId7"/>
    <p:sldId id="356" r:id="rId8"/>
    <p:sldId id="359" r:id="rId9"/>
    <p:sldId id="3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F0034-52AE-13E7-4E51-225D660549F3}"/>
              </a:ext>
            </a:extLst>
          </p:cNvPr>
          <p:cNvSpPr txBox="1"/>
          <p:nvPr/>
        </p:nvSpPr>
        <p:spPr>
          <a:xfrm>
            <a:off x="0" y="397401"/>
            <a:ext cx="12192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DETERMINATION OF OPTIMUM STRUCTURAL DUCTILITY RATIO FROM ENERGY DISSIPATION CAPACITY INDEX USING FINITE‑DIFFERENCE NEWTON ITERATION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61F7B-C90B-1CEE-8DE7-64F3D977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026B6-7B97-D36C-8091-DE676380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DEE14-9A75-E849-23FD-424750570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82"/>
            <a:ext cx="12192000" cy="660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0E5063-D3A8-90E1-4BB7-294CBD8AE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07"/>
            <a:ext cx="12192000" cy="65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2014539" y="612844"/>
            <a:ext cx="866060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Earthquake= 49024.60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245140.22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19.999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-0.001405882069871467</a:t>
            </a:r>
          </a:p>
          <a:p>
            <a:r>
              <a:rPr lang="en-US" sz="2000" b="1" dirty="0"/>
              <a:t>DF:    -1.4059766409939556</a:t>
            </a:r>
          </a:p>
          <a:p>
            <a:r>
              <a:rPr lang="en-US" sz="2000" b="1" dirty="0"/>
              <a:t>DX:    -1.6548441278523705e-11</a:t>
            </a:r>
          </a:p>
          <a:p>
            <a:r>
              <a:rPr lang="en-US" sz="2000" b="1" dirty="0"/>
              <a:t>IT:  8  - RESIDUAL:  1.6548441278523705e-11 X:  15.712545012305414 </a:t>
            </a:r>
          </a:p>
          <a:p>
            <a:endParaRPr lang="en-US" sz="2000" b="1" dirty="0"/>
          </a:p>
          <a:p>
            <a:r>
              <a:rPr lang="en-US" sz="2000" b="1" dirty="0"/>
              <a:t>		 Optimum X (DUCTILITY RATIO):        15.7125</a:t>
            </a:r>
          </a:p>
          <a:p>
            <a:r>
              <a:rPr lang="en-US" sz="2000" b="1" dirty="0"/>
              <a:t>		 Iteration Counts:                   8</a:t>
            </a:r>
          </a:p>
          <a:p>
            <a:r>
              <a:rPr lang="en-US" sz="2000" b="1" dirty="0"/>
              <a:t>		 Convergence Residual:               1.6548441279e-11</a:t>
            </a:r>
          </a:p>
          <a:p>
            <a:endParaRPr lang="en-US" sz="2000" b="1" dirty="0"/>
          </a:p>
          <a:p>
            <a:r>
              <a:rPr lang="en-US" sz="2000" b="1" dirty="0"/>
              <a:t>Total time (s): 90.6406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9C8E41-20CD-2E0B-915D-7379BC3C4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7F1904-BE71-C6BC-3F95-0A9161B1C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137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118</cp:revision>
  <cp:lastPrinted>2026-04-12T08:11:55Z</cp:lastPrinted>
  <dcterms:created xsi:type="dcterms:W3CDTF">2025-06-03T10:37:48Z</dcterms:created>
  <dcterms:modified xsi:type="dcterms:W3CDTF">2026-08-16T08:57:59Z</dcterms:modified>
</cp:coreProperties>
</file>