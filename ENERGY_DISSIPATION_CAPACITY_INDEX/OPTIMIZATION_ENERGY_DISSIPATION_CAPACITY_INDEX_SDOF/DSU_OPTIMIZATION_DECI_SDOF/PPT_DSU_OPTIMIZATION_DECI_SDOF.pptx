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52" r:id="rId5"/>
    <p:sldId id="320" r:id="rId6"/>
    <p:sldId id="357" r:id="rId7"/>
    <p:sldId id="356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176212" y="674400"/>
            <a:ext cx="120157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OPTIMUM STRUCTURAL ULTIMATE DISPLACEMENT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81A95-20C5-1ECD-9D58-B8A3DE325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1"/>
            <a:ext cx="12192000" cy="65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0F956-F4C1-FCAE-1215-062107F9B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13"/>
            <a:ext cx="12192000" cy="6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331243" y="355828"/>
            <a:ext cx="90701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49026.08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246042.81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19.926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-0.07416713759815252</a:t>
            </a:r>
          </a:p>
          <a:p>
            <a:r>
              <a:rPr lang="en-US" sz="2000" b="1" dirty="0"/>
              <a:t>DF:    -74.43496060154686</a:t>
            </a:r>
          </a:p>
          <a:p>
            <a:r>
              <a:rPr lang="en-US" sz="2000" b="1" dirty="0"/>
              <a:t>DX:    -2.1068084852990644e-08</a:t>
            </a:r>
          </a:p>
          <a:p>
            <a:r>
              <a:rPr lang="en-US" sz="2000" b="1" dirty="0"/>
              <a:t>IT:  5  - RESIDUAL:  2.1068084852990644e-08 X:  0.2967924958310747 </a:t>
            </a:r>
          </a:p>
          <a:p>
            <a:endParaRPr lang="en-US" sz="2000" b="1" dirty="0"/>
          </a:p>
          <a:p>
            <a:r>
              <a:rPr lang="en-US" sz="2000" b="1" dirty="0"/>
              <a:t>		 Optimum X (ULTIMATE DISPLACEMENT):  0.2968</a:t>
            </a:r>
          </a:p>
          <a:p>
            <a:r>
              <a:rPr lang="en-US" sz="2000" b="1" dirty="0"/>
              <a:t>		 Iteration Counts:                   5</a:t>
            </a:r>
          </a:p>
          <a:p>
            <a:r>
              <a:rPr lang="en-US" sz="2000" b="1" dirty="0"/>
              <a:t>		 Convergence Residual:               2.1068084853e-08</a:t>
            </a:r>
          </a:p>
          <a:p>
            <a:endParaRPr lang="en-US" sz="2000" b="1" dirty="0"/>
          </a:p>
          <a:p>
            <a:r>
              <a:rPr lang="en-US" sz="2000" b="1" dirty="0"/>
              <a:t>Total time (s): 54.9375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96487-FA7A-F50B-125D-3B11024A8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01" y="365760"/>
            <a:ext cx="7165598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31890-4A41-FBD9-41A2-3A9C7FBE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252" y="274320"/>
            <a:ext cx="7379496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139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118</cp:revision>
  <cp:lastPrinted>2026-04-12T08:11:55Z</cp:lastPrinted>
  <dcterms:created xsi:type="dcterms:W3CDTF">2025-06-03T10:37:48Z</dcterms:created>
  <dcterms:modified xsi:type="dcterms:W3CDTF">2026-08-16T08:45:55Z</dcterms:modified>
</cp:coreProperties>
</file>