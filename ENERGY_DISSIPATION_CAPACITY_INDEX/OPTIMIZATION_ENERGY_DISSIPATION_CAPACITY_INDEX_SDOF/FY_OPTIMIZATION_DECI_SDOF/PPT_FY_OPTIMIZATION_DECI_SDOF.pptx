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52" r:id="rId5"/>
    <p:sldId id="320" r:id="rId6"/>
    <p:sldId id="357" r:id="rId7"/>
    <p:sldId id="356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0" y="397401"/>
            <a:ext cx="1235868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YIELD STRENGTH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761F7B-C90B-1CEE-8DE7-64F3D977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0CDE08-E95E-C7BA-12D8-9F3D4959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95"/>
            <a:ext cx="12192000" cy="65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05EDF-2A9C-C0BD-ED67-372A71B54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05"/>
            <a:ext cx="12192000" cy="65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1443038" y="570141"/>
            <a:ext cx="102441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Earthquake= 53415.94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267079.72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20.000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-3.480730441651758e-07</a:t>
            </a:r>
          </a:p>
          <a:p>
            <a:r>
              <a:rPr lang="en-US" sz="2000" b="1" dirty="0"/>
              <a:t>DF:    -0.0003480502925867768</a:t>
            </a:r>
          </a:p>
          <a:p>
            <a:r>
              <a:rPr lang="en-US" sz="2000" b="1" dirty="0"/>
              <a:t>DX:    6.734890144326308e-08</a:t>
            </a:r>
          </a:p>
          <a:p>
            <a:r>
              <a:rPr lang="en-US" sz="2000" b="1" dirty="0"/>
              <a:t>IT:  5  - RESIDUAL:  6.734890144326308e-08 X:  76738.55504208733 </a:t>
            </a:r>
          </a:p>
          <a:p>
            <a:endParaRPr lang="en-US" sz="2000" b="1" dirty="0"/>
          </a:p>
          <a:p>
            <a:r>
              <a:rPr lang="en-US" sz="2000" b="1" dirty="0"/>
              <a:t>		 Optimum X (YIELD STRENGTH):         76738.5550</a:t>
            </a:r>
          </a:p>
          <a:p>
            <a:r>
              <a:rPr lang="en-US" sz="2000" b="1" dirty="0"/>
              <a:t>		 Iteration Counts:                   5</a:t>
            </a:r>
          </a:p>
          <a:p>
            <a:r>
              <a:rPr lang="en-US" sz="2000" b="1" dirty="0"/>
              <a:t>		 Convergence Residual:               6.7348901443e-08</a:t>
            </a:r>
          </a:p>
          <a:p>
            <a:endParaRPr lang="en-US" sz="2000" b="1" dirty="0"/>
          </a:p>
          <a:p>
            <a:r>
              <a:rPr lang="en-US" sz="2000" b="1" dirty="0"/>
              <a:t>Total time (s): 57.3125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9C59AB-073C-3C52-4323-C54B7988E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EF3B82-409B-6648-B455-779F7E531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138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117</cp:revision>
  <cp:lastPrinted>2026-04-12T08:11:55Z</cp:lastPrinted>
  <dcterms:created xsi:type="dcterms:W3CDTF">2025-06-03T10:37:48Z</dcterms:created>
  <dcterms:modified xsi:type="dcterms:W3CDTF">2026-08-16T09:05:36Z</dcterms:modified>
</cp:coreProperties>
</file>