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22" r:id="rId4"/>
    <p:sldId id="352" r:id="rId5"/>
    <p:sldId id="320" r:id="rId6"/>
    <p:sldId id="357" r:id="rId7"/>
    <p:sldId id="356" r:id="rId8"/>
    <p:sldId id="359" r:id="rId9"/>
    <p:sldId id="3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0" y="397401"/>
            <a:ext cx="12358688" cy="606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000" b="1" dirty="0">
                <a:solidFill>
                  <a:schemeClr val="accent5"/>
                </a:solidFill>
              </a:rPr>
              <a:t>DETERMINATION OF OPTIMUM STRUCTURAL YIELD STRENGTH FROM ENERGY DISSIPATION CAPACITY INDEX USING FINITE‑DIFFERENCE NEWTON ITERATION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761F7B-C90B-1CEE-8DE7-64F3D977F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27" y="0"/>
            <a:ext cx="108151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6EEF4-8787-065C-13DE-5F327E10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1026B6-7B97-D36C-8091-DE676380F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457" y="228600"/>
            <a:ext cx="945908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5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19A6F1-BD76-0B26-A0AF-DECDAA4A1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018"/>
            <a:ext cx="12192000" cy="657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890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936626" y="1756539"/>
            <a:ext cx="100012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OPTIMIZATION PROBLEM FOR ENERGY DISSIPATION CAPACITY INDEX (EDCI)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7C2B-D8BD-BFF0-192E-91452C1C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903600-64FA-168E-1103-B1C8BCA84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46"/>
            <a:ext cx="12192000" cy="659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54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3924-2FE3-04D8-2CA1-9EECB323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66AC85-BC7B-AF74-89BC-BA6B39811638}"/>
              </a:ext>
            </a:extLst>
          </p:cNvPr>
          <p:cNvSpPr txBox="1"/>
          <p:nvPr/>
        </p:nvSpPr>
        <p:spPr>
          <a:xfrm>
            <a:off x="2331243" y="355828"/>
            <a:ext cx="7529513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Dissipated Energy from Earthquake= 32412.64 </a:t>
            </a:r>
            <a:r>
              <a:rPr lang="en-US" sz="2000" b="1" dirty="0" err="1"/>
              <a:t>N·m</a:t>
            </a:r>
            <a:endParaRPr lang="en-US" sz="2000" b="1" dirty="0"/>
          </a:p>
          <a:p>
            <a:r>
              <a:rPr lang="en-US" sz="2000" b="1" dirty="0"/>
              <a:t>Dissipated Energy from Cyclic Displacement= 162063.22 </a:t>
            </a:r>
            <a:r>
              <a:rPr lang="en-US" sz="2000" b="1" dirty="0" err="1"/>
              <a:t>N·m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DISSIPATED ENERGY CAPACITY INDEX: 20.000 [%]</a:t>
            </a:r>
          </a:p>
          <a:p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ZONE 2: MINOR DAMAGE</a:t>
            </a:r>
          </a:p>
          <a:p>
            <a:endParaRPr lang="en-US" sz="2000" b="1" dirty="0"/>
          </a:p>
          <a:p>
            <a:r>
              <a:rPr lang="en-US" sz="2000" b="1" dirty="0"/>
              <a:t>Fmax:  -3.704793840597631e-07</a:t>
            </a:r>
          </a:p>
          <a:p>
            <a:r>
              <a:rPr lang="en-US" sz="2000" b="1" dirty="0"/>
              <a:t>DF:    -0.0003704793556380537</a:t>
            </a:r>
          </a:p>
          <a:p>
            <a:r>
              <a:rPr lang="en-US" sz="2000" b="1" dirty="0"/>
              <a:t>DX:    2.876851536854367e-11</a:t>
            </a:r>
          </a:p>
          <a:p>
            <a:r>
              <a:rPr lang="en-US" sz="2000" b="1" dirty="0"/>
              <a:t>IT:  7  - RESIDUAL:  2.876851536854367e-11 X:  166719.0583285352 </a:t>
            </a:r>
          </a:p>
          <a:p>
            <a:endParaRPr lang="en-US" sz="2000" b="1" dirty="0"/>
          </a:p>
          <a:p>
            <a:r>
              <a:rPr lang="en-US" sz="2000" b="1" dirty="0"/>
              <a:t>		 Optimum X:                       166719.0583</a:t>
            </a:r>
          </a:p>
          <a:p>
            <a:r>
              <a:rPr lang="en-US" sz="2000" b="1" dirty="0"/>
              <a:t>		 Iteration Counts:                7</a:t>
            </a:r>
          </a:p>
          <a:p>
            <a:r>
              <a:rPr lang="en-US" sz="2000" b="1" dirty="0"/>
              <a:t>		 Convergence Residual:            2.8768515369e-11</a:t>
            </a:r>
          </a:p>
        </p:txBody>
      </p:sp>
    </p:spTree>
    <p:extLst>
      <p:ext uri="{BB962C8B-B14F-4D97-AF65-F5344CB8AC3E}">
        <p14:creationId xmlns:p14="http://schemas.microsoft.com/office/powerpoint/2010/main" val="3605424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88EAA-C886-7D4C-F1C1-A0E4949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57694F-09EA-2621-5933-2413E111C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89" y="0"/>
            <a:ext cx="7804316" cy="630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43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F45AE-1744-C216-CA6C-47EDBEDE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4C6EAC-7A45-2B6B-7639-86144D086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346" y="0"/>
            <a:ext cx="7587307" cy="630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052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</TotalTime>
  <Words>127</Words>
  <Application>Microsoft Office PowerPoint</Application>
  <PresentationFormat>Widescreen</PresentationFormat>
  <Paragraphs>20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113</cp:revision>
  <cp:lastPrinted>2026-04-12T08:11:55Z</cp:lastPrinted>
  <dcterms:created xsi:type="dcterms:W3CDTF">2025-06-03T10:37:48Z</dcterms:created>
  <dcterms:modified xsi:type="dcterms:W3CDTF">2026-06-16T18:10:16Z</dcterms:modified>
</cp:coreProperties>
</file>