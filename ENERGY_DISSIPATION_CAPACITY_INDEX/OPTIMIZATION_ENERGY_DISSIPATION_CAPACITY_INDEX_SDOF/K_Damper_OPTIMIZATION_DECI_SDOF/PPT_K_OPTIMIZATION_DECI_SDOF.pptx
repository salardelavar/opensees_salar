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22" r:id="rId4"/>
    <p:sldId id="352" r:id="rId5"/>
    <p:sldId id="320" r:id="rId6"/>
    <p:sldId id="357" r:id="rId7"/>
    <p:sldId id="356" r:id="rId8"/>
    <p:sldId id="359" r:id="rId9"/>
    <p:sldId id="3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0" y="397401"/>
            <a:ext cx="12192000" cy="606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000" b="1" dirty="0">
                <a:solidFill>
                  <a:schemeClr val="accent5"/>
                </a:solidFill>
              </a:rPr>
              <a:t>DETERMINATION OF OPTIMUM STRUCTURAL DAMPER STIFFNESS FROM ENERGY DISSIPATION CAPACITY INDEX USING FINITE‑DIFFERENCE NEWTON ITERATION AND OPENSEES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761F7B-C90B-1CEE-8DE7-64F3D977F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27" y="0"/>
            <a:ext cx="108151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6EEF4-8787-065C-13DE-5F327E10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1026B6-7B97-D36C-8091-DE676380F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457" y="228600"/>
            <a:ext cx="945908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5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797621-CABF-09B0-8B0A-2BB95BAB7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667"/>
            <a:ext cx="12192000" cy="6556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890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936626" y="1756539"/>
            <a:ext cx="100012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OPTIMIZATION PROBLEM FOR ENERGY DISSIPATION CAPACITY INDEX (EDCI)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7C2B-D8BD-BFF0-192E-91452C1C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5AF0BE-0176-D627-C0A4-84C07D100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8975"/>
            <a:ext cx="12192000" cy="662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54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3924-2FE3-04D8-2CA1-9EECB323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66AC85-BC7B-AF74-89BC-BA6B39811638}"/>
              </a:ext>
            </a:extLst>
          </p:cNvPr>
          <p:cNvSpPr txBox="1"/>
          <p:nvPr/>
        </p:nvSpPr>
        <p:spPr>
          <a:xfrm>
            <a:off x="2331243" y="570141"/>
            <a:ext cx="8641557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Dissipated Energy from Earthquake= 17677.39 </a:t>
            </a:r>
            <a:r>
              <a:rPr lang="en-US" sz="2000" b="1" dirty="0" err="1"/>
              <a:t>N·m</a:t>
            </a:r>
            <a:endParaRPr lang="en-US" sz="2000" b="1" dirty="0"/>
          </a:p>
          <a:p>
            <a:r>
              <a:rPr lang="en-US" sz="2000" b="1" dirty="0"/>
              <a:t>Dissipated Energy from Cyclic Displacement= 88386.96 </a:t>
            </a:r>
            <a:r>
              <a:rPr lang="en-US" sz="2000" b="1" dirty="0" err="1"/>
              <a:t>N·m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DISSIPATED ENERGY CAPACITY INDEX: 20.000 [%]</a:t>
            </a:r>
          </a:p>
          <a:p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ZONE 2: MINOR DAMAGE</a:t>
            </a:r>
          </a:p>
          <a:p>
            <a:endParaRPr lang="en-US" sz="2000" b="1" dirty="0"/>
          </a:p>
          <a:p>
            <a:r>
              <a:rPr lang="en-US" sz="2000" b="1" dirty="0"/>
              <a:t>Fmax:  -2.0879298290310544e-11</a:t>
            </a:r>
          </a:p>
          <a:p>
            <a:r>
              <a:rPr lang="en-US" sz="2000" b="1" dirty="0"/>
              <a:t>DF:    -2.0877521933471144e-08</a:t>
            </a:r>
          </a:p>
          <a:p>
            <a:r>
              <a:rPr lang="en-US" sz="2000" b="1" dirty="0"/>
              <a:t>DX:    -0.0</a:t>
            </a:r>
          </a:p>
          <a:p>
            <a:r>
              <a:rPr lang="en-US" sz="2000" b="1" dirty="0"/>
              <a:t>IT:  11  - RESIDUAL:  0.0 X:  352983904.83963835 </a:t>
            </a:r>
          </a:p>
          <a:p>
            <a:endParaRPr lang="en-US" sz="2000" b="1" dirty="0"/>
          </a:p>
          <a:p>
            <a:r>
              <a:rPr lang="en-US" sz="2000" b="1" dirty="0"/>
              <a:t>		 Optimum X (DAMPER STIFFNESS):       352983904.8396</a:t>
            </a:r>
          </a:p>
          <a:p>
            <a:r>
              <a:rPr lang="en-US" sz="2000" b="1" dirty="0"/>
              <a:t>		 Iteration Counts:                   11</a:t>
            </a:r>
          </a:p>
          <a:p>
            <a:r>
              <a:rPr lang="en-US" sz="2000" b="1" dirty="0"/>
              <a:t>		 Convergence Residual:               0.0000000000e+00</a:t>
            </a:r>
          </a:p>
        </p:txBody>
      </p:sp>
    </p:spTree>
    <p:extLst>
      <p:ext uri="{BB962C8B-B14F-4D97-AF65-F5344CB8AC3E}">
        <p14:creationId xmlns:p14="http://schemas.microsoft.com/office/powerpoint/2010/main" val="3605424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88EAA-C886-7D4C-F1C1-A0E4949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54359C-2CE2-9B2B-1935-67D42FB97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268" y="565022"/>
            <a:ext cx="7147463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43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F45AE-1744-C216-CA6C-47EDBEDE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26B669-FD38-8DE3-88AD-B51284123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268" y="457200"/>
            <a:ext cx="7147463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052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</TotalTime>
  <Words>135</Words>
  <Application>Microsoft Office PowerPoint</Application>
  <PresentationFormat>Widescreen</PresentationFormat>
  <Paragraphs>20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118</cp:revision>
  <cp:lastPrinted>2026-04-12T08:11:55Z</cp:lastPrinted>
  <dcterms:created xsi:type="dcterms:W3CDTF">2025-06-03T10:37:48Z</dcterms:created>
  <dcterms:modified xsi:type="dcterms:W3CDTF">2026-06-28T10:38:17Z</dcterms:modified>
</cp:coreProperties>
</file>