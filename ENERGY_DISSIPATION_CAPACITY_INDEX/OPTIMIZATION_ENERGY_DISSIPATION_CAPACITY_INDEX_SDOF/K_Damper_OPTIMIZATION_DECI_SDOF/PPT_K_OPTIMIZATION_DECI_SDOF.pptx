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52" r:id="rId5"/>
    <p:sldId id="320" r:id="rId6"/>
    <p:sldId id="357" r:id="rId7"/>
    <p:sldId id="356" r:id="rId8"/>
    <p:sldId id="359" r:id="rId9"/>
    <p:sldId id="3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397401"/>
            <a:ext cx="12192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DETERMINATION OF OPTIMUM STRUCTURAL DAMPER STIFFNESS FROM ENERGY DISSIPATION CAPACITY INDEX USING FINITE‑DIFFERENCE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1F7B-C90B-1CEE-8DE7-64F3D977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5E76A3-B546-4BB4-43F9-613F7C51C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09"/>
            <a:ext cx="12192000" cy="65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3DAF21-C0BD-1CFA-25AD-ADD69FE11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1657351" y="612844"/>
            <a:ext cx="96583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58626.06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293130.31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20.000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-6.93329127443576e-09</a:t>
            </a:r>
          </a:p>
          <a:p>
            <a:r>
              <a:rPr lang="en-US" sz="2000" b="1" dirty="0"/>
              <a:t>DF:    -6.93326285272633e-06</a:t>
            </a:r>
          </a:p>
          <a:p>
            <a:r>
              <a:rPr lang="en-US" sz="2000" b="1" dirty="0"/>
              <a:t>DX:    4.099326685591892e-09</a:t>
            </a:r>
          </a:p>
          <a:p>
            <a:r>
              <a:rPr lang="en-US" sz="2000" b="1" dirty="0"/>
              <a:t>IT:  6  - RESIDUAL:  4.099326685591892e-09 X:  46669.67207237822 </a:t>
            </a:r>
          </a:p>
          <a:p>
            <a:endParaRPr lang="en-US" sz="2000" b="1" dirty="0"/>
          </a:p>
          <a:p>
            <a:r>
              <a:rPr lang="en-US" sz="2000" b="1" dirty="0"/>
              <a:t>		 Optimum X (DAMPER STIFFNESS):       46669.6721</a:t>
            </a:r>
          </a:p>
          <a:p>
            <a:r>
              <a:rPr lang="en-US" sz="2000" b="1" dirty="0"/>
              <a:t>		 Iteration Counts:                   6</a:t>
            </a:r>
          </a:p>
          <a:p>
            <a:r>
              <a:rPr lang="en-US" sz="2000" b="1" dirty="0"/>
              <a:t>		 Convergence Residual:               4.0993266856e-09</a:t>
            </a:r>
          </a:p>
          <a:p>
            <a:endParaRPr lang="en-US" sz="2000" b="1" dirty="0"/>
          </a:p>
          <a:p>
            <a:r>
              <a:rPr lang="en-US" sz="2000" b="1" dirty="0"/>
              <a:t>Total time (s): 67.1406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AEBE6F-BD9A-F6C2-4451-95C4FE0D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733286"/>
            <a:ext cx="62995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38864D-E2D6-2BB9-4CB6-37E8024AE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136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120</cp:revision>
  <cp:lastPrinted>2026-04-12T08:11:55Z</cp:lastPrinted>
  <dcterms:created xsi:type="dcterms:W3CDTF">2025-06-03T10:37:48Z</dcterms:created>
  <dcterms:modified xsi:type="dcterms:W3CDTF">2026-08-16T10:29:53Z</dcterms:modified>
</cp:coreProperties>
</file>