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352" r:id="rId5"/>
    <p:sldId id="320" r:id="rId6"/>
    <p:sldId id="357" r:id="rId7"/>
    <p:sldId id="356" r:id="rId8"/>
    <p:sldId id="359" r:id="rId9"/>
    <p:sldId id="3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0" y="397401"/>
            <a:ext cx="12358688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DETERMINATION OF OPTIMUM STRUCTURAL YIELD STRENGTH FROM ENERGY DISSIPATION CAPACITY INDEX USING FINITE‑DIFFERENCE NEWTON ITERATION AND OPENSEES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761F7B-C90B-1CEE-8DE7-64F3D977F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27" y="0"/>
            <a:ext cx="10815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026B6-7B97-D36C-8091-DE676380F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57" y="228600"/>
            <a:ext cx="945908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19A6F1-BD76-0B26-A0AF-DECDAA4A1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18"/>
            <a:ext cx="12192000" cy="657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936626" y="1756539"/>
            <a:ext cx="10001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OPTIMIZATION PROBLEM FOR ENERGY DISSIPATION CAPACITY INDEX (EDCI)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7C2B-D8BD-BFF0-192E-91452C1C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903600-64FA-168E-1103-B1C8BCA84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2331243" y="570141"/>
            <a:ext cx="864155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Dissipated Energy from Earthquake= 32412.64 </a:t>
            </a:r>
            <a:r>
              <a:rPr lang="en-US" sz="2000" b="1" dirty="0" err="1"/>
              <a:t>N·m</a:t>
            </a:r>
            <a:endParaRPr lang="en-US" sz="2000" b="1" dirty="0"/>
          </a:p>
          <a:p>
            <a:r>
              <a:rPr lang="en-US" sz="2000" b="1" dirty="0"/>
              <a:t>Dissipated Energy from Cyclic Displacement= 162063.22 </a:t>
            </a:r>
            <a:r>
              <a:rPr lang="en-US" sz="2000" b="1" dirty="0" err="1"/>
              <a:t>N·m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DISSIPATED ENERGY CAPACITY INDEX: 20.000 [%]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ZONE 2: MINOR DAMAGE</a:t>
            </a:r>
          </a:p>
          <a:p>
            <a:endParaRPr lang="en-US" sz="2000" b="1" dirty="0"/>
          </a:p>
          <a:p>
            <a:r>
              <a:rPr lang="en-US" sz="2000" b="1" dirty="0"/>
              <a:t>Fmax:  -3.704793840597631e-07</a:t>
            </a:r>
          </a:p>
          <a:p>
            <a:r>
              <a:rPr lang="en-US" sz="2000" b="1" dirty="0"/>
              <a:t>DF:    -0.0003704793556380537</a:t>
            </a:r>
          </a:p>
          <a:p>
            <a:r>
              <a:rPr lang="en-US" sz="2000" b="1" dirty="0"/>
              <a:t>DX:    2.876851536854367e-11</a:t>
            </a:r>
          </a:p>
          <a:p>
            <a:r>
              <a:rPr lang="en-US" sz="2000" b="1" dirty="0"/>
              <a:t>IT:  7  - RESIDUAL:  2.876851536854367e-11 X:  166719.0583285352 </a:t>
            </a:r>
          </a:p>
          <a:p>
            <a:endParaRPr lang="en-US" sz="2000" b="1" dirty="0"/>
          </a:p>
          <a:p>
            <a:r>
              <a:rPr lang="en-US" sz="2000" b="1" dirty="0"/>
              <a:t>		 Optimum X (YIELD STRENGTH):         166719.0583</a:t>
            </a:r>
          </a:p>
          <a:p>
            <a:r>
              <a:rPr lang="en-US" sz="2000" b="1" dirty="0"/>
              <a:t>		 Iteration Counts:                   7</a:t>
            </a:r>
          </a:p>
          <a:p>
            <a:r>
              <a:rPr lang="en-US" sz="2000" b="1" dirty="0"/>
              <a:t>		 Convergence Residual:               2.8768515369e-11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88EAA-C886-7D4C-F1C1-A0E4949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57694F-09EA-2621-5933-2413E111C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289" y="0"/>
            <a:ext cx="7804316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4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45AE-1744-C216-CA6C-47EDBEDE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4C6EAC-7A45-2B6B-7639-86144D086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346" y="0"/>
            <a:ext cx="7587307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5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132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115</cp:revision>
  <cp:lastPrinted>2026-04-12T08:11:55Z</cp:lastPrinted>
  <dcterms:created xsi:type="dcterms:W3CDTF">2025-06-03T10:37:48Z</dcterms:created>
  <dcterms:modified xsi:type="dcterms:W3CDTF">2026-07-16T09:24:19Z</dcterms:modified>
</cp:coreProperties>
</file>