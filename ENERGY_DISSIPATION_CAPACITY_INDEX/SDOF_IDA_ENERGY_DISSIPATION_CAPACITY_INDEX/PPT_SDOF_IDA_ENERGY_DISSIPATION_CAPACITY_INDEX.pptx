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7" r:id="rId5"/>
    <p:sldId id="280" r:id="rId6"/>
    <p:sldId id="281" r:id="rId7"/>
    <p:sldId id="258" r:id="rId8"/>
    <p:sldId id="262" r:id="rId9"/>
    <p:sldId id="263" r:id="rId10"/>
    <p:sldId id="264" r:id="rId11"/>
    <p:sldId id="266" r:id="rId12"/>
    <p:sldId id="278" r:id="rId13"/>
    <p:sldId id="265" r:id="rId14"/>
    <p:sldId id="267" r:id="rId15"/>
    <p:sldId id="268" r:id="rId16"/>
    <p:sldId id="261" r:id="rId17"/>
    <p:sldId id="269" r:id="rId18"/>
    <p:sldId id="270" r:id="rId19"/>
    <p:sldId id="271" r:id="rId20"/>
    <p:sldId id="272" r:id="rId21"/>
    <p:sldId id="273" r:id="rId22"/>
    <p:sldId id="274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0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766732"/>
            <a:ext cx="12192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400" b="1" dirty="0">
                <a:solidFill>
                  <a:schemeClr val="accent5"/>
                </a:solidFill>
              </a:rPr>
              <a:t>FRAGILITY ANALYSIS BASED ON ACCELERATION AND STRUCTURAL DUCTILITY DAMAGE INDEX AND EVALUATION OF ENERGY DISSIPATION CAPACITY INDEX WITH INCREMENTAL DYNAMIC ANALYSIS (IDA) OF A SINGLE-DEGREE-OF-FREEDOM (SDOF) SYSTEM UTILIZING 30 GROUND MOTIONS IN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3AAA8A-3BDB-87D5-FBF0-0B1FCCDF5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979" y="956423"/>
            <a:ext cx="5205412" cy="4945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4588F-BD52-FC93-B139-6E1DA3123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83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E4C3F518-02E5-BAF3-B2C3-10659662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2085975"/>
            <a:ext cx="85248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C5B33-FE65-F366-A7AF-FED24F27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DD9610-937A-B866-F3A7-492C10261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6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8C38B-17E3-4D5A-9963-7E8574F0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0AFE38-8780-4170-0BAC-07BCFA010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42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3D33-DE37-E425-FC47-4E9C2D9E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C9557-A7AF-5787-8AE5-12384E8D1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16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FA2540-861B-43DB-E3E7-A131E3128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DB8B-6E38-437C-3068-B8454425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27569F-934D-9A05-C4B5-304F1B559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17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A5D6-30CC-2C13-1F9C-D72363F5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69F8FD-D2CC-318B-A6B5-D1A89FCCB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0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8FDC-DAF9-A547-EB2B-DF347820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74EB35-731C-F47B-369D-DC8915AC9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64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3C105-A9A7-8415-C4B6-612A79A3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4665BD-992C-7C21-C78A-A854075AA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0532F0-655D-E8BB-A732-DF4D8E148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588" y="1190472"/>
            <a:ext cx="6309360" cy="9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81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BA65-0246-62FE-A69C-F7DA4043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9575D8-8CE6-9B91-AE69-0E774F935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7422B8-F139-D884-2081-CB1EC2046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" y="1066799"/>
            <a:ext cx="1081087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16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FECB-A4BA-36E3-CFA5-09C8755E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showing a graph of a earthquake&#10;&#10;AI-generated content may be incorrect.">
            <a:extLst>
              <a:ext uri="{FF2B5EF4-FFF2-40B4-BE49-F238E27FC236}">
                <a16:creationId xmlns:a16="http://schemas.microsoft.com/office/drawing/2014/main" id="{6E87BC5B-0E15-95A1-22EA-7F417EA39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176" y="936497"/>
            <a:ext cx="77156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53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24D0-8A23-1434-1CA8-DEC3D148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755DD-FB8D-AA38-6A15-CA3F2BBD1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06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2FA3-C5C9-7EEC-59E4-E37C81ED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471297-73D8-5D58-B2F0-2A40ACF2E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92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FC0DBF-A3BF-A641-25AD-E247E8CA0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C39B-BF89-6D71-4D0A-02B017BA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AC1C5B-F7DB-FC8A-4D09-A9B7BBFBC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39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CE58-7650-48F4-683C-8146BF0B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31555C-41E8-93E0-0978-140612DA6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10" y="936497"/>
            <a:ext cx="642018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50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B524-8DFD-020E-3C93-B3300033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blue lines&#10;&#10;AI-generated content may be incorrect.">
            <a:extLst>
              <a:ext uri="{FF2B5EF4-FFF2-40B4-BE49-F238E27FC236}">
                <a16:creationId xmlns:a16="http://schemas.microsoft.com/office/drawing/2014/main" id="{7D09F984-C7B5-B8C6-449D-3B3250BC5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936497"/>
            <a:ext cx="629952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06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7E6E-BFA1-3ACA-84FA-401F33DA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a red line&#10;&#10;AI-generated content may be incorrect.">
            <a:extLst>
              <a:ext uri="{FF2B5EF4-FFF2-40B4-BE49-F238E27FC236}">
                <a16:creationId xmlns:a16="http://schemas.microsoft.com/office/drawing/2014/main" id="{FC2E4BFC-6D71-D82B-741C-421772C29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203" y="936497"/>
            <a:ext cx="669959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36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E24F-580F-7007-8CF3-25878C39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196449-A131-0ABC-9DB1-C8DA42FFC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95" y="0"/>
            <a:ext cx="616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13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ED73-0728-CAA7-21A0-8510C127F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74BB8E-D25C-8C2D-07E1-EF82E82F1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1199808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67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CD49-6CB3-DF0F-ECA4-2ADB41D1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8B68A3-02AD-3E91-2662-3A20EE609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60" y="0"/>
            <a:ext cx="68538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6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60</Words>
  <Application>Microsoft Office PowerPoint</Application>
  <PresentationFormat>Widescreen</PresentationFormat>
  <Paragraphs>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62</cp:revision>
  <cp:lastPrinted>2025-12-04T16:25:27Z</cp:lastPrinted>
  <dcterms:created xsi:type="dcterms:W3CDTF">2025-07-19T22:10:00Z</dcterms:created>
  <dcterms:modified xsi:type="dcterms:W3CDTF">2026-07-30T10:30:23Z</dcterms:modified>
</cp:coreProperties>
</file>