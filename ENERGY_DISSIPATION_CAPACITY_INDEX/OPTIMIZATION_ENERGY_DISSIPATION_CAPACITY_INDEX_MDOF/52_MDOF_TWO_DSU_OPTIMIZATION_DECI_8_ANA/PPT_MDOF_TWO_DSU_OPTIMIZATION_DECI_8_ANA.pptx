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61" r:id="rId3"/>
    <p:sldId id="369" r:id="rId4"/>
    <p:sldId id="370" r:id="rId5"/>
    <p:sldId id="375" r:id="rId6"/>
    <p:sldId id="352" r:id="rId7"/>
    <p:sldId id="320" r:id="rId8"/>
    <p:sldId id="357" r:id="rId9"/>
    <p:sldId id="356" r:id="rId10"/>
    <p:sldId id="359" r:id="rId11"/>
    <p:sldId id="360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162" autoAdjust="0"/>
    <p:restoredTop sz="94660"/>
  </p:normalViewPr>
  <p:slideViewPr>
    <p:cSldViewPr snapToGrid="0">
      <p:cViewPr varScale="1">
        <p:scale>
          <a:sx n="67" d="100"/>
          <a:sy n="67" d="100"/>
        </p:scale>
        <p:origin x="936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206F19-96B3-4F13-35FC-4C10EA15B5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F354475-7BA8-25EF-1CFC-6CD765732E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3133B1-CFEB-D001-3747-C35328F266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0554BF-FEFC-F4F4-7D7B-7920E7FFF9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3AD913-BD93-93CE-A775-2003F45ED5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13775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8E314-D5C2-3D8B-66C5-8C04C8EEFF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EA1D6D-0944-FD5C-61EE-88C56D0CCC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2E38C9-F2E3-E438-888A-79911E6782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FDD91B-B219-07DC-D0F4-997D63E8D9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5C8B21-6104-B689-B956-BFEBA0CBCA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4481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7BBEA3-A996-90BC-61CF-A9E8C7053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BDE84B-6C6E-0F03-B7CA-AE72514414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A907A1-2B55-F570-8543-AF3F1A187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6EDF31-B49C-528A-C664-A496587652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BBE76D-A87B-DA18-8479-B8301D683D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229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AA1208-B198-1F22-B7DA-898B85137E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B100EE-A9D5-8996-3B8D-D5C2FD4310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434A0BA-F482-8A2F-69DA-93924ACCFF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63E56A1-FDF7-04A0-ED99-D5834334B9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35502C-B44E-3200-D036-AD1124B44D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E585DB-3C44-B39A-644C-3F6EAB789E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89367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BECB78-B4D2-F23F-64BD-C802FC0BD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F1A3BD-9AE3-6221-8F14-D02D3448B5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B2E2D9-E913-3697-2AE1-5DA127417D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55C9B34-F075-3C3C-A7E8-D635F590EB8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82D6DC1-8965-9603-46B6-9AD98D08536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DEFDEA5-35A1-A318-5266-2834BAF350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3EC9092-5D9A-9E11-005C-C6A1BE621C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A3F392C-5BDE-B1D7-2EA9-B7A0475531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3683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2EF55C-4097-72FF-48B2-B56474D34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BE83B87-B7B5-54F9-A06C-271130C3D8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90681D4-63E7-2F19-7B22-EBFB4BC8C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87F270-B9A2-DE4C-B46D-F62DCDA0A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78964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3D5D6D-2585-E7FC-FB39-DE3E61D7B5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BE21F8-D01F-C069-E9A3-8E305BA638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7E1E19-44C5-A381-C1F6-8A7150F495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7734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A6C389-B78C-B2CD-2C77-60FB75B9D3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8CDF69-B172-3093-9B71-21E9EF8170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63A7C3-F528-1D0F-A50E-EA44F42D92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F68BD8-8500-71ED-EA5A-CC6BE90C6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F146E5-BC7F-015F-BA30-09404FF7D8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7EF81-5823-6FEC-027F-083784305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96427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C2397-66BF-38D3-5200-5C11704078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69C5F01-F6D3-C44A-367D-63103EE249B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D08A42-B9F7-32DA-F543-E07609EA2F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226F43-E67A-6BB5-E035-3630FA185F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C3D92E-BB12-D139-35FC-5C5AA677C6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03186E-8782-AB5D-90E2-4B86C7778B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53426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4DC78A-1446-3920-67C0-32803C7E77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A950D9E-F838-CDDF-A73E-301B576CB9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3394C8-E136-DF00-DB32-89EDD46055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5BF00D-D0FC-834E-D935-77CA41FAF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B8F43A-949B-DD39-6782-1C9DC5B7E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98848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B37D68F-F8E6-E1B4-9A2E-6296A752442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CAD167E-7F88-0DED-889D-64070DEA4E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9CB663-5F1A-C8B2-DAB0-6695A93DF1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09037D-75E8-A82D-0717-D1D16F115B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41895C-947D-DEE2-731B-86239A3CCE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46596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ACE371A-ED9B-F859-8DFE-E88B2FA962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2FF3AD-6AF8-0FEC-35CB-99ED597C3A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5356C9-0DD8-62A7-8D4B-61CCC3AFE0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F38DA24-7C00-4CB3-BA06-557152E755C0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08E712-AE42-63F8-BAB5-1739C56497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76EA66-660E-1F2A-60C0-D4CA0AEB6F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34437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58B20A0-BB54-8C05-4883-84DD448D638B}"/>
              </a:ext>
            </a:extLst>
          </p:cNvPr>
          <p:cNvSpPr txBox="1"/>
          <p:nvPr/>
        </p:nvSpPr>
        <p:spPr>
          <a:xfrm>
            <a:off x="176212" y="674400"/>
            <a:ext cx="12015788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solidFill>
                  <a:schemeClr val="accent3"/>
                </a:solidFill>
              </a:rPr>
              <a:t>&gt;&gt; IN THE NAME OF ALLAH, THE MOST GRACIOUS, THE MOST MERCIFUL &lt;&lt;</a:t>
            </a:r>
          </a:p>
          <a:p>
            <a:pPr algn="ctr"/>
            <a:r>
              <a:rPr lang="en-US" sz="5400" b="1" dirty="0">
                <a:solidFill>
                  <a:schemeClr val="accent5"/>
                </a:solidFill>
              </a:rPr>
              <a:t>DETERMINATION OF OPTIMUM STRUCTURAL ULTIMATE DISPLACEMENT FROM ENERGY DISSIPATION CAPACITY INDEX USING FINITE‑DIFFERENCE NEWTON ITERATION AND OPENSEES</a:t>
            </a:r>
          </a:p>
          <a:p>
            <a:pPr algn="ctr"/>
            <a:r>
              <a:rPr lang="en-US" sz="1200" b="1" dirty="0">
                <a:solidFill>
                  <a:schemeClr val="accent3"/>
                </a:solidFill>
              </a:rPr>
              <a:t>THIS PROGRAM WRITTEN BY SALAR DELAVAR GHASHGHAEI (QASHQAI)</a:t>
            </a:r>
          </a:p>
        </p:txBody>
      </p:sp>
    </p:spTree>
    <p:extLst>
      <p:ext uri="{BB962C8B-B14F-4D97-AF65-F5344CB8AC3E}">
        <p14:creationId xmlns:p14="http://schemas.microsoft.com/office/powerpoint/2010/main" val="25615394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70759B-40F4-A8DE-D64C-E72E1EEE8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A60EA17-4C5B-2A50-A8BB-07F2BB1B5F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760" y="0"/>
            <a:ext cx="1200248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4450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6ACF3-78E5-1F20-3A96-CF9C38C852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C216FD7-1521-C6C5-86A5-A28055F007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5029" y="1758434"/>
            <a:ext cx="2295525" cy="8382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AF7C493-2D3D-768B-97B4-7C9CBD2289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43430" y="2821366"/>
            <a:ext cx="1885950" cy="14287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B0E25A7-EA7C-30FA-8B1D-AA48ED2C3B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93272" y="1686287"/>
            <a:ext cx="2644141" cy="100584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C446245-8DEA-21AE-D24B-F41F54A72D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47575" y="2864454"/>
            <a:ext cx="2644666" cy="100584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6D904E1-DBE7-076E-D7DF-276E40271CF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31008" y="4076547"/>
            <a:ext cx="3684335" cy="283464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76C5958-7B67-E7D1-E899-1F9DD121CFA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0"/>
            <a:ext cx="6596387" cy="68580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70548FD-DC7B-F3CB-26E8-1B40C1761247}"/>
              </a:ext>
            </a:extLst>
          </p:cNvPr>
          <p:cNvSpPr txBox="1"/>
          <p:nvPr/>
        </p:nvSpPr>
        <p:spPr>
          <a:xfrm>
            <a:off x="3975130" y="116627"/>
            <a:ext cx="782612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5"/>
                </a:solidFill>
              </a:rPr>
              <a:t>Displacement-based seismic analysis transformation,</a:t>
            </a:r>
          </a:p>
          <a:p>
            <a:r>
              <a:rPr lang="en-US" sz="2400" b="1" dirty="0">
                <a:solidFill>
                  <a:schemeClr val="accent5"/>
                </a:solidFill>
              </a:rPr>
              <a:t> converting a multi-degree-of-freedom (MDOF) system</a:t>
            </a:r>
          </a:p>
          <a:p>
            <a:r>
              <a:rPr lang="en-US" sz="2400" b="1" dirty="0">
                <a:solidFill>
                  <a:schemeClr val="accent5"/>
                </a:solidFill>
              </a:rPr>
              <a:t> into an equivalent single-degree-of-freedom (SDOF)</a:t>
            </a:r>
          </a:p>
          <a:p>
            <a:r>
              <a:rPr lang="en-US" sz="2400" b="1" dirty="0">
                <a:solidFill>
                  <a:schemeClr val="accent5"/>
                </a:solidFill>
              </a:rPr>
              <a:t> system for seismic assessment</a:t>
            </a:r>
          </a:p>
        </p:txBody>
      </p:sp>
    </p:spTree>
    <p:extLst>
      <p:ext uri="{BB962C8B-B14F-4D97-AF65-F5344CB8AC3E}">
        <p14:creationId xmlns:p14="http://schemas.microsoft.com/office/powerpoint/2010/main" val="41911652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3D8C9F-FE7E-F42E-780C-6015610437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98786A6-4015-DAA5-BDD6-C336CB9D57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1897" y="0"/>
            <a:ext cx="838820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3244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534612-2C31-F930-B402-F2B746A252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69801E0-15E4-B8D3-5671-E228565DAA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1897" y="0"/>
            <a:ext cx="838820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71992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3D8C9F-FE7E-F42E-780C-6015610437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9D50CA6-FDEA-A863-AE68-15251AAC89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2046"/>
            <a:ext cx="12192000" cy="6593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98907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0A6411-5370-8D0E-D82B-643AFEAC4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C2FD87F-FA27-4F3D-9880-2DB81CE0CF95}"/>
              </a:ext>
            </a:extLst>
          </p:cNvPr>
          <p:cNvSpPr txBox="1"/>
          <p:nvPr/>
        </p:nvSpPr>
        <p:spPr>
          <a:xfrm>
            <a:off x="936626" y="1756539"/>
            <a:ext cx="1000125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b="1" dirty="0">
                <a:solidFill>
                  <a:schemeClr val="accent5"/>
                </a:solidFill>
              </a:rPr>
              <a:t>OPTIMIZATION PROBLEM FOR ENERGY DISSIPATION CAPACITY INDEX (EDCI)</a:t>
            </a:r>
          </a:p>
        </p:txBody>
      </p:sp>
    </p:spTree>
    <p:extLst>
      <p:ext uri="{BB962C8B-B14F-4D97-AF65-F5344CB8AC3E}">
        <p14:creationId xmlns:p14="http://schemas.microsoft.com/office/powerpoint/2010/main" val="18149869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9D7C2B-D8BD-BFF0-192E-91452C1C6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F9E3856-106D-31FE-AB01-3AF591AC23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0667"/>
            <a:ext cx="12192000" cy="6556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81543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8D3924-2FE3-04D8-2CA1-9EECB3231F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066AC85-BC7B-AF74-89BC-BA6B39811638}"/>
              </a:ext>
            </a:extLst>
          </p:cNvPr>
          <p:cNvSpPr txBox="1"/>
          <p:nvPr/>
        </p:nvSpPr>
        <p:spPr>
          <a:xfrm>
            <a:off x="2331243" y="355828"/>
            <a:ext cx="9070182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Dissipated Energy from Earthquake= 107144.43 </a:t>
            </a:r>
            <a:r>
              <a:rPr lang="en-US" sz="2000" b="1" dirty="0" err="1"/>
              <a:t>N·m</a:t>
            </a:r>
            <a:endParaRPr lang="en-US" sz="2000" b="1" dirty="0"/>
          </a:p>
          <a:p>
            <a:r>
              <a:rPr lang="en-US" sz="2000" b="1" dirty="0"/>
              <a:t>Dissipated Energy from Cyclic Displacement= 537039.39 </a:t>
            </a:r>
            <a:r>
              <a:rPr lang="en-US" sz="2000" b="1" dirty="0" err="1"/>
              <a:t>N·m</a:t>
            </a:r>
            <a:endParaRPr lang="en-US" sz="2000" b="1" dirty="0"/>
          </a:p>
          <a:p>
            <a:endParaRPr lang="en-US" sz="2000" b="1" dirty="0"/>
          </a:p>
          <a:p>
            <a:r>
              <a:rPr lang="en-US" sz="2000" b="1" dirty="0"/>
              <a:t>	DISSIPATED ENERGY CAPACITY INDEX: 19.951 [%]</a:t>
            </a:r>
          </a:p>
          <a:p>
            <a:endParaRPr lang="en-US" sz="2000" b="1" dirty="0"/>
          </a:p>
          <a:p>
            <a:endParaRPr lang="en-US" sz="2000" b="1" dirty="0"/>
          </a:p>
          <a:p>
            <a:r>
              <a:rPr lang="en-US" sz="2000" b="1" dirty="0"/>
              <a:t>	ZONE 2: MINOR DAMAGE</a:t>
            </a:r>
          </a:p>
          <a:p>
            <a:endParaRPr lang="en-US" sz="2000" b="1" dirty="0"/>
          </a:p>
          <a:p>
            <a:r>
              <a:rPr lang="en-US" sz="2000" b="1" dirty="0"/>
              <a:t>Fmax:  -0.04905571378935747</a:t>
            </a:r>
          </a:p>
          <a:p>
            <a:r>
              <a:rPr lang="en-US" sz="2000" b="1" dirty="0"/>
              <a:t>DF:    -48.50787233662501</a:t>
            </a:r>
          </a:p>
          <a:p>
            <a:r>
              <a:rPr lang="en-US" sz="2000" b="1" dirty="0"/>
              <a:t>DX:    -6.163404080723617e-07</a:t>
            </a:r>
          </a:p>
          <a:p>
            <a:r>
              <a:rPr lang="en-US" sz="2000" b="1" dirty="0"/>
              <a:t>IT:  10  - RESIDUAL:  6.163404080723617e-07 X:  0.4854119294851071 </a:t>
            </a:r>
          </a:p>
          <a:p>
            <a:endParaRPr lang="en-US" sz="2000" b="1" dirty="0"/>
          </a:p>
          <a:p>
            <a:r>
              <a:rPr lang="en-US" sz="2000" b="1" dirty="0"/>
              <a:t>		 Optimum X (ULTIMATE DISPLACEMENT):  0.4854</a:t>
            </a:r>
          </a:p>
          <a:p>
            <a:r>
              <a:rPr lang="en-US" sz="2000" b="1" dirty="0"/>
              <a:t>		 Iteration Counts:                   10</a:t>
            </a:r>
          </a:p>
          <a:p>
            <a:r>
              <a:rPr lang="en-US" sz="2000" b="1" dirty="0"/>
              <a:t>		 Convergence Residual:               6.1634040807e-07</a:t>
            </a:r>
          </a:p>
          <a:p>
            <a:endParaRPr lang="en-US" sz="2000" b="1" dirty="0"/>
          </a:p>
          <a:p>
            <a:r>
              <a:rPr lang="en-US" sz="2000" b="1" dirty="0"/>
              <a:t>Total time (s): 84.4688 </a:t>
            </a:r>
          </a:p>
        </p:txBody>
      </p:sp>
    </p:spTree>
    <p:extLst>
      <p:ext uri="{BB962C8B-B14F-4D97-AF65-F5344CB8AC3E}">
        <p14:creationId xmlns:p14="http://schemas.microsoft.com/office/powerpoint/2010/main" val="36054240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788EAA-C886-7D4C-F1C1-A0E4949E76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79A5C6E-D58E-8E08-E29C-198603FCE4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8055" y="457200"/>
            <a:ext cx="6715889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25433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FF45AE-1744-C216-CA6C-47EDBEDE17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04AC605-14F5-6B23-E59F-ADBABF94E0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2268" y="457200"/>
            <a:ext cx="7147463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60521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430</TotalTime>
  <Words>165</Words>
  <Application>Microsoft Office PowerPoint</Application>
  <PresentationFormat>Widescreen</PresentationFormat>
  <Paragraphs>26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salar dq</dc:creator>
  <cp:lastModifiedBy>salar dq</cp:lastModifiedBy>
  <cp:revision>118</cp:revision>
  <cp:lastPrinted>2026-04-12T08:11:55Z</cp:lastPrinted>
  <dcterms:created xsi:type="dcterms:W3CDTF">2025-06-03T10:37:48Z</dcterms:created>
  <dcterms:modified xsi:type="dcterms:W3CDTF">2026-06-24T09:35:36Z</dcterms:modified>
</cp:coreProperties>
</file>