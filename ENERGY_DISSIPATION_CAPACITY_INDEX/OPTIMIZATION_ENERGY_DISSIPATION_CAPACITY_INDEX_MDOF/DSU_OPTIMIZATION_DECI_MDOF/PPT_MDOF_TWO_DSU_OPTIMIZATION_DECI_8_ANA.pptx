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1" r:id="rId3"/>
    <p:sldId id="369" r:id="rId4"/>
    <p:sldId id="370" r:id="rId5"/>
    <p:sldId id="376" r:id="rId6"/>
    <p:sldId id="375" r:id="rId7"/>
    <p:sldId id="352" r:id="rId8"/>
    <p:sldId id="320" r:id="rId9"/>
    <p:sldId id="357" r:id="rId10"/>
    <p:sldId id="356" r:id="rId11"/>
    <p:sldId id="359" r:id="rId12"/>
    <p:sldId id="3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176212" y="674400"/>
            <a:ext cx="1201578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DETERMINATION OF OPTIMUM STRUCTURAL ULTIMATE DISPLACEMENT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0EA17-4C5B-2A50-A8BB-07F2BB1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29" y="1758434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430" y="2821366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72" y="168628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575" y="2864454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008" y="407654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C5958-7B67-E7D1-E899-1F9DD121C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96387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3975130" y="11662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62977-325C-FD32-67F4-3020E081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51" y="0"/>
            <a:ext cx="11832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909F-39FB-AC2C-1C72-75ACABA2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928051-B74C-1027-AD65-BB6FAFA6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6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4612-2C31-F930-B402-F2B746A2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9801E0-15E4-B8D3-5671-E228565D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50CA6-FDEA-A863-AE68-15251AAC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9E3856-106D-31FE-AB01-3AF591AC2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331243" y="355828"/>
            <a:ext cx="90701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107144.43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537039.39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19.951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-0.04905571378935747</a:t>
            </a:r>
          </a:p>
          <a:p>
            <a:r>
              <a:rPr lang="en-US" sz="2000" b="1" dirty="0"/>
              <a:t>DF:    -48.50787233662501</a:t>
            </a:r>
          </a:p>
          <a:p>
            <a:r>
              <a:rPr lang="en-US" sz="2000" b="1" dirty="0"/>
              <a:t>DX:    -6.163404080723617e-07</a:t>
            </a:r>
          </a:p>
          <a:p>
            <a:r>
              <a:rPr lang="en-US" sz="2000" b="1" dirty="0"/>
              <a:t>IT:  10  - RESIDUAL:  6.163404080723617e-07 X:  0.4854119294851071 </a:t>
            </a:r>
          </a:p>
          <a:p>
            <a:endParaRPr lang="en-US" sz="2000" b="1" dirty="0"/>
          </a:p>
          <a:p>
            <a:r>
              <a:rPr lang="en-US" sz="2000" b="1" dirty="0"/>
              <a:t>		 Optimum X (ULTIMATE DISPLACEMENT):  0.4854</a:t>
            </a:r>
          </a:p>
          <a:p>
            <a:r>
              <a:rPr lang="en-US" sz="2000" b="1" dirty="0"/>
              <a:t>		 Iteration Counts:                   10</a:t>
            </a:r>
          </a:p>
          <a:p>
            <a:r>
              <a:rPr lang="en-US" sz="2000" b="1" dirty="0"/>
              <a:t>		 Convergence Residual:               6.1634040807e-07</a:t>
            </a:r>
          </a:p>
          <a:p>
            <a:endParaRPr lang="en-US" sz="2000" b="1" dirty="0"/>
          </a:p>
          <a:p>
            <a:r>
              <a:rPr lang="en-US" sz="2000" b="1" dirty="0"/>
              <a:t>Total time (s): 84.4688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A5C6E-D58E-8E08-E29C-198603FC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55" y="457200"/>
            <a:ext cx="671588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4AC605-14F5-6B23-E59F-ADBABF94E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268" y="457200"/>
            <a:ext cx="714746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165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120</cp:revision>
  <cp:lastPrinted>2026-04-12T08:11:55Z</cp:lastPrinted>
  <dcterms:created xsi:type="dcterms:W3CDTF">2025-06-03T10:37:48Z</dcterms:created>
  <dcterms:modified xsi:type="dcterms:W3CDTF">2026-06-24T19:16:26Z</dcterms:modified>
</cp:coreProperties>
</file>