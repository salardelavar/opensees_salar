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58" r:id="rId5"/>
    <p:sldId id="262" r:id="rId6"/>
    <p:sldId id="263" r:id="rId7"/>
    <p:sldId id="264" r:id="rId8"/>
    <p:sldId id="266" r:id="rId9"/>
    <p:sldId id="265" r:id="rId10"/>
    <p:sldId id="267" r:id="rId11"/>
    <p:sldId id="268" r:id="rId12"/>
    <p:sldId id="261" r:id="rId13"/>
    <p:sldId id="269" r:id="rId14"/>
    <p:sldId id="270" r:id="rId15"/>
    <p:sldId id="271" r:id="rId16"/>
    <p:sldId id="272" r:id="rId17"/>
    <p:sldId id="273" r:id="rId18"/>
    <p:sldId id="274" r:id="rId19"/>
    <p:sldId id="275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7" d="100"/>
          <a:sy n="67" d="100"/>
        </p:scale>
        <p:origin x="834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92245-1276-2F9E-D5B0-858A91816B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13E768-FFE3-7815-78D5-91112BB1C6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A52766-3E21-CB4A-82C0-46288AEC9D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88DB7A-10EE-3704-B39C-032E9D3BB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9E80BD-6007-1289-B37F-A3B86E5A5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49282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67FEE2-115A-A17E-63AD-EFD34DA98E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8AA150-0100-3322-EFBC-8F7B5070F9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6928C0-0033-802C-E79A-7CD6CD0D36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AA8EB8-26C7-9467-044A-CF1E938154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8633F3-E6C8-3F6D-1147-29FF1F8713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1662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8B423-DAF8-0E0F-6C0E-5467191286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A4F5A3-39F5-FE10-BCBD-C93CF8FD66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FF3D4A-6F8E-6A62-F4E8-B378EEA781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2F05A8-C580-405C-D60E-84001B268D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8CABA7-CC78-7F02-3408-DB85F62C39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24346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7041B7-39C8-823B-CC59-35153E8257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50C828-0508-4355-5B68-4317D71ED9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7D2EEB-B816-3A5B-19C1-C0A4D3F574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4C860E-1A81-1092-C9B5-8146CB332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F5232A-29A2-3DAC-A37D-77AB957BF3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BE3C4A-2511-851F-7953-1E61C4A064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14031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A5D00-0737-CE4A-B8A5-0783B1E36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F921C7-D02F-70CD-8FDC-2822B75DF5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CBED4B-4097-9EA8-D1BA-E0B9658524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B402CB-474E-B23A-B7E7-3C4D4D086E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528195B-E362-8663-33C6-56FE6C3521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095DA75-710F-65B2-961E-30840DF9AD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6A42F6-5E2F-5825-1C6B-5BE0046985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E79B0B2-2C67-56A7-193B-69765CCE96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230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EB8F7B-80F7-19C6-B80C-0C0CF3F3C3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FE8FD69-092D-6BDA-D9AF-22CF64AB89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B6BE809-34ED-B5F0-8846-FE910F545D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A6C6A0-3AE3-102B-A313-9C4E69C47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44095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05B8BF-5605-410F-B44F-6B871103DE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BF9717B-7E28-E366-687F-A197A2EC45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6F4F25-65E4-3A6D-97E2-32EF396800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86585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B9FE1C-859D-2857-DDB1-0647595117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E8714A-2C98-5B95-9336-9EA5B796BC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4214F3-EC79-61BC-7D9C-4F194A79FF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531B14-F832-5CB9-9887-5C5FB28CC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1EE5BD-507A-353E-52F9-A753D1CE46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55F285-7269-ED7F-7469-E912875D80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69733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3BAEE1-44BC-0EC7-C1EB-6C4110C7DF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EAD776E-5982-147A-117C-B50DC019E67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86F07E-BAB3-1705-3C79-368299BC27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CF9324-B58E-B8D8-D0DA-5A36B74DD3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37E76E-25EB-0AB3-6842-6970C7AE98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6116AD-D76C-2558-A652-06D103ABA2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28009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C6204F-D122-27C9-090E-42FC8AF08A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F1615F-858B-AEFF-C7CF-3421CE0151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8EE5AF-DE31-5F99-ED57-439E21AAA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D5A380-E2F2-B1AF-0759-DA66F788E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51CFAB-1B57-D8DA-9D28-F48AE83E9C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7301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D252860-0AF7-5AD0-FC1A-F0F7C7D49B6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0CCD87F-ED33-3366-FB71-BF447F0FA55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DD05CC-BFAE-4598-2B14-715A5CA8F0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B40842-DBF5-EDB4-199D-93F4C8AFE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BEBF08-6E14-6701-3F45-7D7E158A2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43663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B6A5D77-A0A2-8A52-2947-4EBC405A8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7C1375-CAB9-E2AA-1717-3FCDE62D9B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42EC21-C9BE-5113-F6E0-5F2D9831D3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4A06ADF-130A-4EE9-BF7A-7391C22933F6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2B3C76-6C60-2408-276B-3733231AD7C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2067AB-4761-7DA8-277A-E5F7A6564C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51850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C09E288-CB9B-3660-66A6-85C2B1FC54AA}"/>
              </a:ext>
            </a:extLst>
          </p:cNvPr>
          <p:cNvSpPr txBox="1"/>
          <p:nvPr/>
        </p:nvSpPr>
        <p:spPr>
          <a:xfrm>
            <a:off x="0" y="643622"/>
            <a:ext cx="12192000" cy="55707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solidFill>
                  <a:schemeClr val="accent5"/>
                </a:solidFill>
              </a:rPr>
              <a:t>&gt;&gt; IN THE NAME OF ALLAH, THE MOST GRACIOUS, THE MOST MERCIFUL &lt;&lt;</a:t>
            </a:r>
          </a:p>
          <a:p>
            <a:pPr algn="ctr"/>
            <a:r>
              <a:rPr lang="en-US" sz="5400" b="1" dirty="0">
                <a:solidFill>
                  <a:schemeClr val="accent5"/>
                </a:solidFill>
              </a:rPr>
              <a:t>A NONLINEAR DYNAMIC ANALYSIS USING 20 GROUND MOTIONS: CALCULATION AND PLOTTING OF RESPONSE SPECTRA AND A DUCTILITY-BASED DAMAGE INDEX USING OPENSEES</a:t>
            </a:r>
          </a:p>
          <a:p>
            <a:pPr algn="ctr"/>
            <a:r>
              <a:rPr lang="en-US" sz="1600" b="1" dirty="0">
                <a:solidFill>
                  <a:schemeClr val="accent5"/>
                </a:solidFill>
              </a:rPr>
              <a:t>WRITTEN BY SALAR DELAVAR GHASHGHAEI (QASHQAI)  </a:t>
            </a:r>
          </a:p>
        </p:txBody>
      </p:sp>
    </p:spTree>
    <p:extLst>
      <p:ext uri="{BB962C8B-B14F-4D97-AF65-F5344CB8AC3E}">
        <p14:creationId xmlns:p14="http://schemas.microsoft.com/office/powerpoint/2010/main" val="29135483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A4D527-182C-3B60-4E09-421863039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93AAA8A-3BDB-87D5-FBF0-0B1FCCDF5C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3979" y="956423"/>
            <a:ext cx="5205412" cy="494515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944588F-BD52-FC93-B139-6E1DA31236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668397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53384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3BF7EA-DC27-756F-9EAA-CFEC55CAA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60CC15A-3A7C-D048-7ED1-EDDDD178B5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6891"/>
            <a:ext cx="12192000" cy="6584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19766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FCDF46-10CD-2617-2D90-ACB296357D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E35985-3754-91D2-557A-4D3A2E7F51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3981" y="0"/>
            <a:ext cx="824403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75553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7ADB8B-6E38-437C-3068-B8454425FD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40BA7A7-B5C5-EB1C-9995-EFEB2A4FF7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3981" y="0"/>
            <a:ext cx="824403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43173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F3A5D6-30CC-2C13-1F9C-D72363F55C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FF71D1A-C9E7-ED15-37C3-AD225FD823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3981" y="0"/>
            <a:ext cx="824403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1601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2A8FDC-DAF9-A547-EB2B-DF347820C0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BA6D3F3-4BDF-10B8-1720-09B077F843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3981" y="0"/>
            <a:ext cx="824403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20640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13C105-A9A7-8415-C4B6-612A79A385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4D8FA37-939F-4CFF-F10D-469FB2131E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3981" y="0"/>
            <a:ext cx="824403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86816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F4FECB-A4BA-36E3-CFA5-09C8755E5F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C2851E1-9896-4155-FF26-6782113A22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8176" y="936497"/>
            <a:ext cx="7715647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20538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0124D0-8A23-1434-1CA8-DEC3D14844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26FB08C-4828-048F-A6AD-516F48FB64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392" y="733286"/>
            <a:ext cx="9049215" cy="5391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73069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B52FA3-C5C9-7EEC-59E4-E37C81ED55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DF53BE7-AC6D-99EC-B81B-13D1F4D11E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392" y="733286"/>
            <a:ext cx="9049215" cy="5391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06929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B05C90-67EB-63BD-EECA-89A2A5C49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C028C31-055A-4B9D-CBB7-58D03860E6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881" y="0"/>
            <a:ext cx="1033223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87428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3AC39B-BF89-6D71-4D0A-02B017BA2E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E2F71DA-1931-8ACB-CB84-EFA19F261B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7808" y="936497"/>
            <a:ext cx="6496384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98391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D0CE58-7650-48F4-683C-8146BF0B2F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A883523-970C-8939-73DC-39BDEAB9C3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7808" y="936497"/>
            <a:ext cx="6496384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39508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8EB524-8DFD-020E-3C93-B330003321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3D803E0-772C-8EA2-B454-1A45422B43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6238" y="936497"/>
            <a:ext cx="6299524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21068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5D7E6E-BFA1-3ACA-84FA-401F33DA81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438FD3F-28DF-F152-513D-519CC11226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4305" y="936497"/>
            <a:ext cx="6623390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33364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EE24F-580F-7007-8CF3-25878C39BC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7A4AFB3-58C3-02EB-A5D4-3976161740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1695" y="0"/>
            <a:ext cx="616860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35135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E7ED73-0728-CAA7-21A0-8510C127F8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81D2599-8AEE-0444-093D-D15032419B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6219" y="1013575"/>
            <a:ext cx="8859561" cy="4830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866745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76ED5-5E0C-2C9E-1A62-F0A9ACDE6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2475280-921A-A5A0-5C33-739CF231A1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9073" y="0"/>
            <a:ext cx="685385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35433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248</TotalTime>
  <Words>45</Words>
  <Application>Microsoft Office PowerPoint</Application>
  <PresentationFormat>Widescreen</PresentationFormat>
  <Paragraphs>3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salar dq</dc:creator>
  <cp:lastModifiedBy>salar dq</cp:lastModifiedBy>
  <cp:revision>33</cp:revision>
  <cp:lastPrinted>2025-12-04T16:25:27Z</cp:lastPrinted>
  <dcterms:created xsi:type="dcterms:W3CDTF">2025-07-19T22:10:00Z</dcterms:created>
  <dcterms:modified xsi:type="dcterms:W3CDTF">2025-12-05T05:18:10Z</dcterms:modified>
</cp:coreProperties>
</file>