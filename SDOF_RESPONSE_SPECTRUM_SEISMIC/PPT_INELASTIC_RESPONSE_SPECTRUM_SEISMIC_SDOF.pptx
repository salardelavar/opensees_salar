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2" r:id="rId6"/>
    <p:sldId id="263" r:id="rId7"/>
    <p:sldId id="264" r:id="rId8"/>
    <p:sldId id="266" r:id="rId9"/>
    <p:sldId id="265" r:id="rId10"/>
    <p:sldId id="267" r:id="rId11"/>
    <p:sldId id="268" r:id="rId12"/>
    <p:sldId id="261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92245-1276-2F9E-D5B0-858A91816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3E768-FFE3-7815-78D5-91112BB1C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52766-3E21-CB4A-82C0-46288AEC9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8DB7A-10EE-3704-B39C-032E9D3B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E80BD-6007-1289-B37F-A3B86E5A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28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FEE2-115A-A17E-63AD-EFD34DA9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AA150-0100-3322-EFBC-8F7B5070F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928C0-0033-802C-E79A-7CD6CD0D3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A8EB8-26C7-9467-044A-CF1E9381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633F3-E6C8-3F6D-1147-29FF1F871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6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8B423-DAF8-0E0F-6C0E-546719128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4F5A3-39F5-FE10-BCBD-C93CF8FD6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F3D4A-6F8E-6A62-F4E8-B378EEA78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F05A8-C580-405C-D60E-84001B268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CABA7-CC78-7F02-3408-DB85F62C3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434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41B7-39C8-823B-CC59-35153E825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0C828-0508-4355-5B68-4317D71ED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D2EEB-B816-3A5B-19C1-C0A4D3F57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C860E-1A81-1092-C9B5-8146CB332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5232A-29A2-3DAC-A37D-77AB957B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E3C4A-2511-851F-7953-1E61C4A0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03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A5D00-0737-CE4A-B8A5-0783B1E3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921C7-D02F-70CD-8FDC-2822B75DF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BED4B-4097-9EA8-D1BA-E0B965852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B402CB-474E-B23A-B7E7-3C4D4D086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8195B-E362-8663-33C6-56FE6C352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5DA75-710F-65B2-961E-30840DF9A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6A42F6-5E2F-5825-1C6B-5BE004698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79B0B2-2C67-56A7-193B-69765CCE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3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8F7B-80F7-19C6-B80C-0C0CF3F3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8FD69-092D-6BDA-D9AF-22CF64AB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BE809-34ED-B5F0-8846-FE910F54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6C6A0-3AE3-102B-A313-9C4E69C47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05B8BF-5605-410F-B44F-6B871103D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F9717B-7E28-E366-687F-A197A2EC4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F4F25-65E4-3A6D-97E2-32EF3968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5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9FE1C-859D-2857-DDB1-064759511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8714A-2C98-5B95-9336-9EA5B796B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214F3-EC79-61BC-7D9C-4F194A79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31B14-F832-5CB9-9887-5C5FB28CC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EE5BD-507A-353E-52F9-A753D1CE4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5F285-7269-ED7F-7469-E912875D8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73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BAEE1-44BC-0EC7-C1EB-6C4110C7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AD776E-5982-147A-117C-B50DC019E6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6F07E-BAB3-1705-3C79-368299BC2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F9324-B58E-B8D8-D0DA-5A36B74DD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7E76E-25EB-0AB3-6842-6970C7AE9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116AD-D76C-2558-A652-06D103ABA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800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204F-D122-27C9-090E-42FC8AF0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1615F-858B-AEFF-C7CF-3421CE015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EE5AF-DE31-5F99-ED57-439E21AAA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5A380-E2F2-B1AF-0759-DA66F788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1CFAB-1B57-D8DA-9D28-F48AE83E9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30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52860-0AF7-5AD0-FC1A-F0F7C7D49B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CCD87F-ED33-3366-FB71-BF447F0FA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D05CC-BFAE-4598-2B14-715A5CA8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40842-DBF5-EDB4-199D-93F4C8AFE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EBF08-6E14-6701-3F45-7D7E158A2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66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6A5D77-A0A2-8A52-2947-4EBC405A8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C1375-CAB9-E2AA-1717-3FCDE62D9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2EC21-C9BE-5113-F6E0-5F2D9831D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A06ADF-130A-4EE9-BF7A-7391C22933F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B3C76-6C60-2408-276B-3733231AD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067AB-4761-7DA8-277A-E5F7A6564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85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C09E288-CB9B-3660-66A6-85C2B1FC54AA}"/>
              </a:ext>
            </a:extLst>
          </p:cNvPr>
          <p:cNvSpPr txBox="1"/>
          <p:nvPr/>
        </p:nvSpPr>
        <p:spPr>
          <a:xfrm>
            <a:off x="0" y="597455"/>
            <a:ext cx="12192000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5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6600" b="1" dirty="0">
                <a:solidFill>
                  <a:schemeClr val="accent5"/>
                </a:solidFill>
              </a:rPr>
              <a:t>DYNAMIC ANALYSIS AND PERFORMANCE ASSESSMENT OF INELASTIC SDOF SYSTEMS USING RESPONSE SPECTRUM METHODS IN OPENSEES</a:t>
            </a:r>
          </a:p>
          <a:p>
            <a:pPr algn="ctr"/>
            <a:r>
              <a:rPr lang="en-US" sz="1600" b="1" dirty="0">
                <a:solidFill>
                  <a:schemeClr val="accent5"/>
                </a:solidFill>
              </a:rPr>
              <a:t>WRITTEN BY SALAR DELAVAR GHASHGHAEI (QASHQAI)  </a:t>
            </a:r>
          </a:p>
        </p:txBody>
      </p:sp>
    </p:spTree>
    <p:extLst>
      <p:ext uri="{BB962C8B-B14F-4D97-AF65-F5344CB8AC3E}">
        <p14:creationId xmlns:p14="http://schemas.microsoft.com/office/powerpoint/2010/main" val="2913548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4D527-182C-3B60-4E09-421863039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93AAA8A-3BDB-87D5-FBF0-0B1FCCDF5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3979" y="956423"/>
            <a:ext cx="5205412" cy="49451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44588F-BD52-FC93-B139-6E1DA3123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6839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38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BF7EA-DC27-756F-9EAA-CFEC55CAA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0CC15A-3A7C-D048-7ED1-EDDDD178B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891"/>
            <a:ext cx="12192000" cy="658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76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CDF46-10CD-2617-2D90-ACB296357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E35985-3754-91D2-557A-4D3A2E7F5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81" y="0"/>
            <a:ext cx="8244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555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ADB8B-6E38-437C-3068-B8454425F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0BA7A7-B5C5-EB1C-9995-EFEB2A4FF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81" y="0"/>
            <a:ext cx="8244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317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3A5D6-30CC-2C13-1F9C-D72363F55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F71D1A-C9E7-ED15-37C3-AD225FD82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81" y="0"/>
            <a:ext cx="8244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60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A8FDC-DAF9-A547-EB2B-DF347820C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BA6D3F3-4BDF-10B8-1720-09B077F84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81" y="0"/>
            <a:ext cx="8244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064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3C105-A9A7-8415-C4B6-612A79A38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D8FA37-939F-4CFF-F10D-469FB2131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81" y="0"/>
            <a:ext cx="8244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681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4FECB-A4BA-36E3-CFA5-09C8755E5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2851E1-9896-4155-FF26-6782113A2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176" y="936497"/>
            <a:ext cx="7715647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053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124D0-8A23-1434-1CA8-DEC3D1484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6FB08C-4828-048F-A6AD-516F48FB6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3069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52FA3-C5C9-7EEC-59E4-E37C81ED5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F53BE7-AC6D-99EC-B81B-13D1F4D11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692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05C90-67EB-63BD-EECA-89A2A5C49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028C31-055A-4B9D-CBB7-58D03860E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81" y="0"/>
            <a:ext cx="103322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742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AC39B-BF89-6D71-4D0A-02B017BA2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2F71DA-1931-8ACB-CB84-EFA19F261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7808" y="936497"/>
            <a:ext cx="6496384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839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0CE58-7650-48F4-683C-8146BF0B2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883523-970C-8939-73DC-39BDEAB9C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7808" y="936497"/>
            <a:ext cx="6496384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9508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EB524-8DFD-020E-3C93-B33000332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D803E0-772C-8EA2-B454-1A45422B4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238" y="936497"/>
            <a:ext cx="6299524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1068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D7E6E-BFA1-3ACA-84FA-401F33DA8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38FD3F-28DF-F152-513D-519CC1122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4305" y="936497"/>
            <a:ext cx="6623390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336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EE24F-580F-7007-8CF3-25878C39B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7A4AFB3-58C3-02EB-A5D4-397616174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1695" y="0"/>
            <a:ext cx="61686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5135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7ED73-0728-CAA7-21A0-8510C127F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81D2599-8AEE-0444-093D-D15032419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219" y="1013575"/>
            <a:ext cx="8859561" cy="483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6674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76ED5-5E0C-2C9E-1A62-F0A9ACDE6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475280-921A-A5A0-5C33-739CF231A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9073" y="0"/>
            <a:ext cx="68538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543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38</Words>
  <Application>Microsoft Office PowerPoint</Application>
  <PresentationFormat>Widescreen</PresentationFormat>
  <Paragraphs>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32</cp:revision>
  <cp:lastPrinted>2025-12-04T16:25:27Z</cp:lastPrinted>
  <dcterms:created xsi:type="dcterms:W3CDTF">2025-07-19T22:10:00Z</dcterms:created>
  <dcterms:modified xsi:type="dcterms:W3CDTF">2025-12-05T04:52:02Z</dcterms:modified>
</cp:coreProperties>
</file>