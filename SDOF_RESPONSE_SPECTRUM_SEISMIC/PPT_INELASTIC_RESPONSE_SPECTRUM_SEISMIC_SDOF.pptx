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6" r:id="rId4"/>
    <p:sldId id="259" r:id="rId5"/>
    <p:sldId id="258" r:id="rId6"/>
    <p:sldId id="262" r:id="rId7"/>
    <p:sldId id="263" r:id="rId8"/>
    <p:sldId id="264" r:id="rId9"/>
    <p:sldId id="266" r:id="rId10"/>
    <p:sldId id="265" r:id="rId11"/>
    <p:sldId id="267" r:id="rId12"/>
    <p:sldId id="268" r:id="rId13"/>
    <p:sldId id="261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643622"/>
            <a:ext cx="12192000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5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A NONLINEAR DYNAMIC ANALYSIS USING 20 GROUND MOTIONS: CALCULATION AND PLOTTING OF RESPONSE SPECTRA AND A DUCTILITY-BASED DAMAGE INDEX USING OPENSEES</a:t>
            </a:r>
          </a:p>
          <a:p>
            <a:pPr algn="ctr"/>
            <a:r>
              <a:rPr lang="en-US" sz="1600" b="1" dirty="0">
                <a:solidFill>
                  <a:schemeClr val="accent5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3AAA8A-3BDB-87D5-FBF0-0B1FCCDF5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979" y="956423"/>
            <a:ext cx="5205412" cy="49451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944588F-BD52-FC93-B139-6E1DA3123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6839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BBDF9-290A-CE09-35C9-ECB84AC4C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some words&#10;&#10;AI-generated content may be incorrect.">
            <a:extLst>
              <a:ext uri="{FF2B5EF4-FFF2-40B4-BE49-F238E27FC236}">
                <a16:creationId xmlns:a16="http://schemas.microsoft.com/office/drawing/2014/main" id="{83D07172-CA71-7606-AB3A-3FEC8057B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650" y="2024062"/>
            <a:ext cx="8648700" cy="2809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682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0CC15A-3A7C-D048-7ED1-EDDDD178B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891"/>
            <a:ext cx="12192000" cy="6584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E35985-3754-91D2-557A-4D3A2E7F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ADB8B-6E38-437C-3068-B8454425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0BA7A7-B5C5-EB1C-9995-EFEB2A4FF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317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A5D6-30CC-2C13-1F9C-D72363F55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F71D1A-C9E7-ED15-37C3-AD225FD82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0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8FDC-DAF9-A547-EB2B-DF347820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A6D3F3-4BDF-10B8-1720-09B077F84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64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3C105-A9A7-8415-C4B6-612A79A38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D8FA37-939F-4CFF-F10D-469FB2131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681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4FECB-A4BA-36E3-CFA5-09C8755E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2851E1-9896-4155-FF26-6782113A2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76" y="936497"/>
            <a:ext cx="771564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053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124D0-8A23-1434-1CA8-DEC3D148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6FB08C-4828-048F-A6AD-516F48FB6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06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52FA3-C5C9-7EEC-59E4-E37C81ED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F53BE7-AC6D-99EC-B81B-13D1F4D11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692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C028C31-055A-4B9D-CBB7-58D03860E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81" y="0"/>
            <a:ext cx="10332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AC39B-BF89-6D71-4D0A-02B017BA2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2F71DA-1931-8ACB-CB84-EFA19F261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36497"/>
            <a:ext cx="649638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39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0CE58-7650-48F4-683C-8146BF0B2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883523-970C-8939-73DC-39BDEAB9C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808" y="936497"/>
            <a:ext cx="649638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9508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B524-8DFD-020E-3C93-B3300033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D803E0-772C-8EA2-B454-1A45422B4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238" y="936497"/>
            <a:ext cx="6299524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06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D7E6E-BFA1-3ACA-84FA-401F33DA8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38FD3F-28DF-F152-513D-519CC1122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305" y="936497"/>
            <a:ext cx="6623390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3364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E24F-580F-7007-8CF3-25878C39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A4AFB3-58C3-02EB-A5D4-397616174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695" y="0"/>
            <a:ext cx="6168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135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ED73-0728-CAA7-21A0-8510C127F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D2599-8AEE-0444-093D-D15032419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219" y="1013575"/>
            <a:ext cx="8859561" cy="483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667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76ED5-5E0C-2C9E-1A62-F0A9ACDE6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75280-921A-A5A0-5C33-739CF231A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073" y="0"/>
            <a:ext cx="68538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543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45</Words>
  <Application>Microsoft Office PowerPoint</Application>
  <PresentationFormat>Widescreen</PresentationFormat>
  <Paragraphs>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34</cp:revision>
  <cp:lastPrinted>2025-12-04T16:25:27Z</cp:lastPrinted>
  <dcterms:created xsi:type="dcterms:W3CDTF">2025-07-19T22:10:00Z</dcterms:created>
  <dcterms:modified xsi:type="dcterms:W3CDTF">2025-12-10T10:53:49Z</dcterms:modified>
</cp:coreProperties>
</file>