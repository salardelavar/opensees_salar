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69" r:id="rId4"/>
    <p:sldId id="276" r:id="rId5"/>
    <p:sldId id="259" r:id="rId6"/>
    <p:sldId id="367" r:id="rId7"/>
    <p:sldId id="258" r:id="rId8"/>
    <p:sldId id="370" r:id="rId9"/>
    <p:sldId id="371" r:id="rId10"/>
    <p:sldId id="372" r:id="rId11"/>
    <p:sldId id="373" r:id="rId12"/>
    <p:sldId id="374" r:id="rId13"/>
    <p:sldId id="402" r:id="rId14"/>
    <p:sldId id="403" r:id="rId15"/>
    <p:sldId id="404" r:id="rId16"/>
    <p:sldId id="405" r:id="rId17"/>
    <p:sldId id="406" r:id="rId18"/>
    <p:sldId id="375" r:id="rId19"/>
    <p:sldId id="376" r:id="rId20"/>
    <p:sldId id="377" r:id="rId21"/>
    <p:sldId id="378" r:id="rId22"/>
    <p:sldId id="379" r:id="rId23"/>
    <p:sldId id="380" r:id="rId24"/>
    <p:sldId id="381" r:id="rId25"/>
    <p:sldId id="398" r:id="rId26"/>
    <p:sldId id="399" r:id="rId27"/>
    <p:sldId id="400" r:id="rId28"/>
    <p:sldId id="401" r:id="rId29"/>
    <p:sldId id="407" r:id="rId30"/>
    <p:sldId id="408" r:id="rId31"/>
    <p:sldId id="382" r:id="rId32"/>
    <p:sldId id="383" r:id="rId33"/>
    <p:sldId id="384" r:id="rId34"/>
    <p:sldId id="394" r:id="rId35"/>
    <p:sldId id="396" r:id="rId36"/>
    <p:sldId id="397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92245-1276-2F9E-D5B0-858A91816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3E768-FFE3-7815-78D5-91112BB1C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52766-3E21-CB4A-82C0-46288AEC9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8DB7A-10EE-3704-B39C-032E9D3BB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E80BD-6007-1289-B37F-A3B86E5A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28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7FEE2-115A-A17E-63AD-EFD34DA98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AA150-0100-3322-EFBC-8F7B5070F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928C0-0033-802C-E79A-7CD6CD0D3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A8EB8-26C7-9467-044A-CF1E9381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633F3-E6C8-3F6D-1147-29FF1F871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66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8B423-DAF8-0E0F-6C0E-546719128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4F5A3-39F5-FE10-BCBD-C93CF8FD6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F3D4A-6F8E-6A62-F4E8-B378EEA78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F05A8-C580-405C-D60E-84001B268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CABA7-CC78-7F02-3408-DB85F62C3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434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041B7-39C8-823B-CC59-35153E825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0C828-0508-4355-5B68-4317D71ED9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D2EEB-B816-3A5B-19C1-C0A4D3F57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C860E-1A81-1092-C9B5-8146CB332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5232A-29A2-3DAC-A37D-77AB957B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E3C4A-2511-851F-7953-1E61C4A06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03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A5D00-0737-CE4A-B8A5-0783B1E36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921C7-D02F-70CD-8FDC-2822B75DF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CBED4B-4097-9EA8-D1BA-E0B965852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B402CB-474E-B23A-B7E7-3C4D4D086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28195B-E362-8663-33C6-56FE6C352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95DA75-710F-65B2-961E-30840DF9A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6A42F6-5E2F-5825-1C6B-5BE004698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79B0B2-2C67-56A7-193B-69765CCE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30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8F7B-80F7-19C6-B80C-0C0CF3F3C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E8FD69-092D-6BDA-D9AF-22CF64AB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6BE809-34ED-B5F0-8846-FE910F54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A6C6A0-3AE3-102B-A313-9C4E69C47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0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05B8BF-5605-410F-B44F-6B871103D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F9717B-7E28-E366-687F-A197A2EC4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F4F25-65E4-3A6D-97E2-32EF3968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58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9FE1C-859D-2857-DDB1-064759511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8714A-2C98-5B95-9336-9EA5B796B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214F3-EC79-61BC-7D9C-4F194A79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31B14-F832-5CB9-9887-5C5FB28CC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EE5BD-507A-353E-52F9-A753D1CE4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5F285-7269-ED7F-7469-E912875D8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73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BAEE1-44BC-0EC7-C1EB-6C4110C7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AD776E-5982-147A-117C-B50DC019E6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6F07E-BAB3-1705-3C79-368299BC2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F9324-B58E-B8D8-D0DA-5A36B74DD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7E76E-25EB-0AB3-6842-6970C7AE9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116AD-D76C-2558-A652-06D103ABA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800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204F-D122-27C9-090E-42FC8AF08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1615F-858B-AEFF-C7CF-3421CE015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EE5AF-DE31-5F99-ED57-439E21AAA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5A380-E2F2-B1AF-0759-DA66F788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1CFAB-1B57-D8DA-9D28-F48AE83E9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30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252860-0AF7-5AD0-FC1A-F0F7C7D49B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CCD87F-ED33-3366-FB71-BF447F0FA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D05CC-BFAE-4598-2B14-715A5CA8F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40842-DBF5-EDB4-199D-93F4C8AFE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EBF08-6E14-6701-3F45-7D7E158A2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66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6A5D77-A0A2-8A52-2947-4EBC405A8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C1375-CAB9-E2AA-1717-3FCDE62D9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2EC21-C9BE-5113-F6E0-5F2D9831D3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A06ADF-130A-4EE9-BF7A-7391C22933F6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B3C76-6C60-2408-276B-3733231AD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067AB-4761-7DA8-277A-E5F7A6564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85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C09E288-CB9B-3660-66A6-85C2B1FC54AA}"/>
              </a:ext>
            </a:extLst>
          </p:cNvPr>
          <p:cNvSpPr txBox="1"/>
          <p:nvPr/>
        </p:nvSpPr>
        <p:spPr>
          <a:xfrm>
            <a:off x="0" y="0"/>
            <a:ext cx="12192000" cy="6832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6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5400" b="1" dirty="0">
                <a:solidFill>
                  <a:schemeClr val="accent5"/>
                </a:solidFill>
              </a:rPr>
              <a:t>NONLINEAR DYNAMIC ANALYSIS UNDER FREE-VIBRATION COMPUTATION AND VISUALIZATION RESPONSE SPECTRA OF ACCELERATION, VELOCITY, DISPLACEMENT DUCTILITY DAMAGE INDEX USING OPENSEES</a:t>
            </a:r>
          </a:p>
          <a:p>
            <a:pPr algn="ctr"/>
            <a:r>
              <a:rPr lang="en-US" sz="2800" b="1" dirty="0">
                <a:solidFill>
                  <a:srgbClr val="FF0000"/>
                </a:solidFill>
              </a:rPr>
              <a:t>(CONSTANT STRUCTURAL DUCTILITY RATIO RESPONSE SPECTRUM)</a:t>
            </a:r>
          </a:p>
          <a:p>
            <a:pPr algn="ctr"/>
            <a:r>
              <a:rPr lang="en-US" sz="1600" b="1" dirty="0">
                <a:solidFill>
                  <a:schemeClr val="accent6"/>
                </a:solidFill>
              </a:rPr>
              <a:t>WRITTEN BY SALAR DELAVAR GHASHGHAEI (QASHQAI)  </a:t>
            </a:r>
          </a:p>
        </p:txBody>
      </p:sp>
    </p:spTree>
    <p:extLst>
      <p:ext uri="{BB962C8B-B14F-4D97-AF65-F5344CB8AC3E}">
        <p14:creationId xmlns:p14="http://schemas.microsoft.com/office/powerpoint/2010/main" val="2913548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4D527-182C-3B60-4E09-421863039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99BA82F-6397-7CD8-753D-462469FD0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" y="204787"/>
            <a:ext cx="12068175" cy="644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338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6ACF3-78E5-1F20-3A96-CF9C38C85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682EEA-8DD5-28DB-779E-FC07F397C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13" y="0"/>
            <a:ext cx="4396727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70548FD-DC7B-F3CB-26E8-1B40C1761247}"/>
              </a:ext>
            </a:extLst>
          </p:cNvPr>
          <p:cNvSpPr txBox="1"/>
          <p:nvPr/>
        </p:nvSpPr>
        <p:spPr>
          <a:xfrm>
            <a:off x="2081399" y="271447"/>
            <a:ext cx="782612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5"/>
                </a:solidFill>
              </a:rPr>
              <a:t>Displacement-based seismic analysis transformation,</a:t>
            </a:r>
          </a:p>
          <a:p>
            <a:r>
              <a:rPr lang="en-US" sz="2400" b="1" dirty="0">
                <a:solidFill>
                  <a:schemeClr val="accent5"/>
                </a:solidFill>
              </a:rPr>
              <a:t> converting a multi-degree-of-freedom (MDOF) system</a:t>
            </a:r>
          </a:p>
          <a:p>
            <a:r>
              <a:rPr lang="en-US" sz="2400" b="1" dirty="0">
                <a:solidFill>
                  <a:schemeClr val="accent5"/>
                </a:solidFill>
              </a:rPr>
              <a:t> into an equivalent single-degree-of-freedom (SDOF)</a:t>
            </a:r>
          </a:p>
          <a:p>
            <a:r>
              <a:rPr lang="en-US" sz="2400" b="1" dirty="0">
                <a:solidFill>
                  <a:schemeClr val="accent5"/>
                </a:solidFill>
              </a:rPr>
              <a:t> system for seismic assessment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216FD7-1521-C6C5-86A5-A28055F007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7762" y="1754897"/>
            <a:ext cx="2295525" cy="838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F7C493-2D3D-768B-97B4-7C9CBD2289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2923" y="2814137"/>
            <a:ext cx="1885950" cy="1428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0E25A7-EA7C-30FA-8B1D-AA48ED2C3B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5239" y="1671077"/>
            <a:ext cx="2644141" cy="10058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446245-8DEA-21AE-D24B-F41F54A72D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2039" y="2897957"/>
            <a:ext cx="2644666" cy="10058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D904E1-DBE7-076E-D7DF-276E40271C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3903797"/>
            <a:ext cx="3684335" cy="283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165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BBDF9-290A-CE09-35C9-ECB84AC4C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some words&#10;&#10;AI-generated content may be incorrect.">
            <a:extLst>
              <a:ext uri="{FF2B5EF4-FFF2-40B4-BE49-F238E27FC236}">
                <a16:creationId xmlns:a16="http://schemas.microsoft.com/office/drawing/2014/main" id="{83D07172-CA71-7606-AB3A-3FEC8057B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0" y="2024062"/>
            <a:ext cx="8648700" cy="280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682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BF7EA-DC27-756F-9EAA-CFEC55CAA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849B5D-2981-CCA6-028E-E12276F3C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448"/>
            <a:ext cx="12192000" cy="6587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76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5C03C-0A81-28ED-C827-04D4E985D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E24A5B-05E3-8867-DA4C-8C13861B1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435" y="130128"/>
            <a:ext cx="2295525" cy="838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236636-5982-5FEC-4061-4CBCE07BE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1626" y="3793469"/>
            <a:ext cx="1885950" cy="1428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44E75E-9524-1F3A-6EB0-A3F721339C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435" y="1332912"/>
            <a:ext cx="2644141" cy="10058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FE7277-9876-D9A9-C843-C48041C3CF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4910" y="2512643"/>
            <a:ext cx="2644666" cy="10058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65EB71A-5EF2-D341-E86D-ECF3AF5DD6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06231" y="0"/>
            <a:ext cx="9491666" cy="63093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BF4C739-9857-D221-E51B-555276500A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81626" y="5222219"/>
            <a:ext cx="2647950" cy="105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102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CDF46-10CD-2617-2D90-ACB296357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CFA779-9749-7D82-6235-143D9D63F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794" y="0"/>
            <a:ext cx="82344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555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750AE-52A7-B175-EA3B-1CA169475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61E718A-8013-778E-77A6-AC51FDCCB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794" y="0"/>
            <a:ext cx="82344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33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D8935-93D4-985D-872F-0C9B9F7DD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10F196C-DD16-57B4-B574-527D57D45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794" y="0"/>
            <a:ext cx="82344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648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914EE-D7C6-4839-0CED-18C006497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B685ABB-8447-632B-302E-03838D6012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794" y="0"/>
            <a:ext cx="8234412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FDD0E8B-47FA-D2F5-AFE5-0501D9F40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5111" y="4248213"/>
            <a:ext cx="7838095" cy="10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628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A61C4-C17C-91E8-4588-998F50D3B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6179ADA-1EDA-1D64-7069-D527723E8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794" y="0"/>
            <a:ext cx="82344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366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C1788-0FC6-037E-4D22-671C3EB6A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BDAAEB9-1A6C-F83F-F6CB-C3BBD3A78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794" y="0"/>
            <a:ext cx="8234412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F3E6492-B374-54D4-6131-7CB33FB1C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83956"/>
            <a:ext cx="2644666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6772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CB70D-9002-0B7E-DBE6-898EC4330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68F437-8BA4-ED6A-7B47-3E6FAD46F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794" y="0"/>
            <a:ext cx="8234412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A7FA469-CD01-D1BA-3F0E-8B07FADAA2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7697" y="1747250"/>
            <a:ext cx="2644141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0689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C33FA-2E97-279C-D21A-0FB6303EE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21E128-C1A9-B604-5909-1C57F45A1C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794" y="0"/>
            <a:ext cx="82344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3490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F3CB5-C66A-0987-6CE7-94E2D2EEB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BB9AEA-55E8-D4AB-F3A0-158B31817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794" y="0"/>
            <a:ext cx="8234412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EE9E2F-09EB-3C4C-1561-9470679A94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8138" y="1378881"/>
            <a:ext cx="1885950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2776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106DC-1357-9D32-D51D-2FD7A2461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9828ED9-9FA4-21BF-E22B-ED6BE2FC0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794" y="0"/>
            <a:ext cx="8234412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D0E428-4115-E7F3-8929-E0C58CAAC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6839" y="2736194"/>
            <a:ext cx="2647950" cy="105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2553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3D73B-F4BD-2DD7-1F9D-511E7C379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C8DC79-3D3B-3A31-5102-D8CFE4655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794" y="0"/>
            <a:ext cx="8234412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7201523-57CD-B079-3B7A-33510A08E9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0925" y="1800225"/>
            <a:ext cx="2009775" cy="122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5500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540FD-BE0A-7498-9258-E96A3C6A1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07E10D-61EF-1BFE-CD20-AC64F0742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816" y="234786"/>
            <a:ext cx="910636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8343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BA65-5BF7-8E96-1EED-934860D59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DCE44C5-05C0-3DED-B10C-1F04E6DB0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4095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D95C1-7B18-CD6F-C513-4117FEC13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EF4C5D4-8BA8-86AB-5B6A-F92CB2990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3046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31C30-9794-8177-5BF2-791851FB1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05454E8-D62F-FFFC-50D7-EFBDC21EFB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2260" y="777738"/>
            <a:ext cx="6407479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418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C3E93-54D1-24F3-45F7-2F186B156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673AF2D-26E5-A85A-1690-86251FE0F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3865" y="777738"/>
            <a:ext cx="6204269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1837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CAFB3-E358-47DC-55B7-EC0FD0208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20F1D08-1E9A-76DE-E062-71C476F80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034" y="777738"/>
            <a:ext cx="6451932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1430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D2E70-A923-8633-335F-B3861102B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C1CA480-F0E8-FC0B-9B80-169F2D9FA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0837" y="777738"/>
            <a:ext cx="6350326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6660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C150C-18DB-0534-53F6-C1E3D31BC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234532-0921-6122-DC14-130845F52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537" y="777738"/>
            <a:ext cx="6324925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3519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304FD-CF9A-BA8D-CD03-10C15A4C3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5866B80-8C62-B757-E3DB-320295F36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1932" y="777738"/>
            <a:ext cx="6528135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2483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DC72D-13BC-30A7-1986-D70D56005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599B670-B896-7AB2-A0DA-3E1E6BE88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588" y="777738"/>
            <a:ext cx="6286823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6368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F3A1A-B9DB-3AD9-6692-E7FB9D503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A04CDB2-28D8-D4BD-230D-4D52F02B0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588" y="777738"/>
            <a:ext cx="6286823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1647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2FFB3-986E-072F-F3A4-9209024DC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FB6156-3A2F-65C0-7FAF-9B5071060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639" y="777738"/>
            <a:ext cx="6248721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091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16DB3-1ABD-EAB6-448E-E433313F8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2F72F9-D45A-1D6C-36E4-67E3E6AF2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639" y="777738"/>
            <a:ext cx="6248721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6812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55050-99C4-4A8F-E08C-F2018826E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AF42CFB-4C76-7C75-9C50-2E85C207A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7520" y="936497"/>
            <a:ext cx="7956959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2086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5BE13-B674-39DC-7864-EA205C8C4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B5A3D9D-B85A-0DB7-7050-1FCC90D40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81" y="0"/>
            <a:ext cx="103322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698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4B695-415B-9C88-D7C5-9C30FA92C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5ABF1A-CD34-6760-1906-7A984EE72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81" y="0"/>
            <a:ext cx="103322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3088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1FE3D-D56A-30A6-7ACF-54225FED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4AB079-7E81-D9A3-D8F4-449BCBBDA4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1695" y="0"/>
            <a:ext cx="61686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6357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E1038-2D2A-E9AD-07DD-46300AC25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FB5D97-D850-4A4F-6C13-53A4DB60A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895" y="914400"/>
            <a:ext cx="10274209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3747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3B09F-39D9-B101-0AE8-9DD8964E9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2E8CE91-B8F8-C6A1-ACC8-164756DB9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373" y="0"/>
            <a:ext cx="68292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600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78</Words>
  <Application>Microsoft Office PowerPoint</Application>
  <PresentationFormat>Widescreen</PresentationFormat>
  <Paragraphs>8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75</cp:revision>
  <cp:lastPrinted>2025-12-20T14:20:33Z</cp:lastPrinted>
  <dcterms:created xsi:type="dcterms:W3CDTF">2025-07-19T22:10:00Z</dcterms:created>
  <dcterms:modified xsi:type="dcterms:W3CDTF">2026-08-15T09:42:08Z</dcterms:modified>
</cp:coreProperties>
</file>