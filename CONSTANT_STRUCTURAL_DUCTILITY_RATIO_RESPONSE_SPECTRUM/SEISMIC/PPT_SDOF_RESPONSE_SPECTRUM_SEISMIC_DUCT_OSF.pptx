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9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309" r:id="rId13"/>
    <p:sldId id="285" r:id="rId14"/>
    <p:sldId id="286" r:id="rId15"/>
    <p:sldId id="287" r:id="rId16"/>
    <p:sldId id="288" r:id="rId17"/>
    <p:sldId id="289" r:id="rId18"/>
    <p:sldId id="310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0"/>
            <a:ext cx="12192000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NONLINEAR DYNAMIC ANALYSIS UNDER A SINGLE GROUND MOTION RECORD COMPUTATION AND VISUALIZATION RESPONSE SPECTRA OF ACCELERATION, VELOCITY, DISPLACEMENT DUCTILITY DAMAGE INDEX USING OPENSEES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(CONSTANT STRUCTURAL DUCTILITY RATIO RESPONSE SPECTRUM)</a:t>
            </a:r>
          </a:p>
          <a:p>
            <a:pPr algn="ctr"/>
            <a:r>
              <a:rPr lang="en-US" sz="1600" b="1" dirty="0">
                <a:solidFill>
                  <a:schemeClr val="accent6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93AAA8A-3BDB-87D5-FBF0-0B1FCCDF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979" y="956423"/>
            <a:ext cx="5205412" cy="4945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4588F-BD52-FC93-B139-6E1DA3123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BDF9-290A-CE09-35C9-ECB84AC4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83D07172-CA71-7606-AB3A-3FEC8057B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24062"/>
            <a:ext cx="8648700" cy="28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68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A4708B-A397-FC4F-9926-86E600D42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644"/>
            <a:ext cx="12192000" cy="662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998C1-92E1-97A6-A685-FC47EA8B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BD3D8-0FEE-6E40-CFEB-EB4421D4F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9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F79F5-AC85-52D4-125B-7353698D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66CF2C-750F-6A6B-8B79-8A461C1C8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9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AF242-3F9A-74C1-4F65-7DC150A4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91773A-3D04-17F9-CE39-EBD387778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86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AD9FB-1EE3-EC35-77F5-67EB63847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375C01-7014-C0BA-0090-434599B4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725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37F79-C506-9B25-0749-7B30B44D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032F9A-E0AB-B579-AF27-333692B45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D34E2F-BBE8-F7E5-A2DA-CB1160A1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875" y="5448300"/>
            <a:ext cx="68961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4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AE9AE-E32D-62FF-F072-0FF36CE4F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3858BF-5D1B-30A9-F46E-7C833B57D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00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DA47-50C6-8F80-57AF-53B4CA3F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112389-1DE6-57A5-8059-235A47C3B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7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E1D42-ABF0-C102-C932-E97F2937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35483F-817B-46B6-EC13-B4E6110BF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FB6D3D-CE9A-CF4E-C999-0335F332E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4" y="657224"/>
            <a:ext cx="21621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8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8BE5-BA29-FA8A-1E8B-F85F5C565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BEDD83-EAA8-4B63-5BC5-8A3A3E8A4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777738"/>
            <a:ext cx="632492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665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153C1-F7F5-DAE5-67A8-86E2C427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FEC284-DB84-157D-0B8C-1056D8E8F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777738"/>
            <a:ext cx="632492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83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621C-DCAF-654A-9DF5-97C7242C6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CB8479-9CD4-7C5B-2673-9586BE964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39" y="777738"/>
            <a:ext cx="6248721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98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87DCA-FC2A-8760-2671-A1A08B2F1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9159D1-9EB8-F964-0665-6236326C8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932" y="777738"/>
            <a:ext cx="652813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906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8172F-1964-403F-A771-451D19EEE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A7EF25-8004-6871-819C-23CC48D10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865" y="777738"/>
            <a:ext cx="620426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40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AF19-BF63-16F7-EABD-B9FF4C94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6FE05E-8CA8-96F8-4C2F-58F6746C7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563426"/>
            <a:ext cx="6324925" cy="53025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0FD702-DE8A-7134-236E-17D98BC5F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49" y="4951549"/>
            <a:ext cx="21621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9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BB832-BCAA-D9CE-3334-BD6CCBC4F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5C9554-5F01-2D55-9249-5D7D45104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76" y="936497"/>
            <a:ext cx="77156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4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22477-99A8-52C5-FA96-4BA84E875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C9216D-3B52-6F49-133B-03A89AD46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9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45F6-15F4-A12D-136B-56DBB51F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4B3E18-6AA1-88DD-AE43-54147CB2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676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E971D-5EE4-2996-D047-1675F4E73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17018C-A638-64CD-0EE4-E110DFDBE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80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D344-3E81-CDB1-000B-EDB6B6A3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73854F-564B-8C76-0130-0E02A0993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75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28201-917B-550F-B201-F552DEF61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95868-2784-E023-E33B-33B70B05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1280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FB377-76EA-DA3D-4B16-BF51AEAFB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06106-DF0F-927F-B3EF-51C85F3E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62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CD14F-7CAB-5960-2CC2-8E5D81F0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F918A-13CF-E13B-50C5-21F4CFC82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03" y="936497"/>
            <a:ext cx="669959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93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61FAA-B05C-2D54-41B2-72278A1B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A48A42-64E9-ECAA-B6F1-DED7E9B7B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16" y="936497"/>
            <a:ext cx="810936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2094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A033B-C698-9486-D1A5-8F4436E7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B3E216-3752-61A7-0067-2ABF13B49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316" y="936497"/>
            <a:ext cx="810936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32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1449-6570-2483-1BD1-41502688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8EB70-DDCF-FD88-96AC-9E2DEBB6D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060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5F811-7006-6109-B5BC-5013993FF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C2077-3EFF-BD0A-4324-C3992D5A6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92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64AE7-1EFD-8571-9058-A3B46443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0BBD51-1847-DF91-FD51-C264EBD8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40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C30F-C791-E44F-395C-BBB99FEF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1A2BB-0FE9-2AA8-E692-46141B413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44" y="936497"/>
            <a:ext cx="801411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471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9164-C395-45CF-B973-AEA4D648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2FD24-CF94-48C4-E922-03095D6CA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899" y="936497"/>
            <a:ext cx="77982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6063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C8651-8E67-7993-0A7D-A0BAE66B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AA7ED2B-884E-D31D-3944-49568157B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936497"/>
            <a:ext cx="769024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41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1B07-46AD-2248-E7B8-A31894EF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CD9698-4FCB-EF97-182A-A75AE6253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94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2B27-58D1-A401-3CCC-C5A7A935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A53093-7174-B117-E5B6-FE8540995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868680"/>
            <a:ext cx="10881360" cy="51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213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D3AD-E4CF-4C6B-6626-6F261542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ED50FB-E769-DBEA-97AC-EDD9F00DA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053" y="0"/>
            <a:ext cx="6853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47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56</Words>
  <Application>Microsoft Office PowerPoint</Application>
  <PresentationFormat>Widescreen</PresentationFormat>
  <Paragraphs>4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60</cp:revision>
  <cp:lastPrinted>2026-08-14T11:47:23Z</cp:lastPrinted>
  <dcterms:created xsi:type="dcterms:W3CDTF">2025-07-19T22:10:00Z</dcterms:created>
  <dcterms:modified xsi:type="dcterms:W3CDTF">2026-08-14T11:47:56Z</dcterms:modified>
</cp:coreProperties>
</file>