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76" r:id="rId5"/>
    <p:sldId id="259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22" r:id="rId16"/>
    <p:sldId id="323" r:id="rId17"/>
    <p:sldId id="300" r:id="rId18"/>
    <p:sldId id="301" r:id="rId19"/>
    <p:sldId id="302" r:id="rId20"/>
    <p:sldId id="303" r:id="rId21"/>
    <p:sldId id="304" r:id="rId22"/>
    <p:sldId id="324" r:id="rId23"/>
    <p:sldId id="286" r:id="rId24"/>
    <p:sldId id="305" r:id="rId25"/>
    <p:sldId id="306" r:id="rId26"/>
    <p:sldId id="307" r:id="rId27"/>
    <p:sldId id="319" r:id="rId28"/>
    <p:sldId id="320" r:id="rId29"/>
    <p:sldId id="32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0"/>
            <a:ext cx="12192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NONLINEAR DYNAMIC ANALYSIS UNDER FREE-VIBRATION COMPUTATION AND VISUALIZATION RESPONSE SPECTRA OF ACCELERATION, VELOCITY, DISPLACEMENT DUCTILITY DAMAGE INDEX USING OPENSEES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(CONSTANT STRUCTURAL DUCTILITY RATIO RESPONSE SPECTRUM)</a:t>
            </a:r>
          </a:p>
          <a:p>
            <a:pPr algn="ctr"/>
            <a:r>
              <a:rPr lang="en-US" sz="1600" b="1" dirty="0">
                <a:solidFill>
                  <a:schemeClr val="accent6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AC8A2-F52F-D3BD-E036-CF5224777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862012"/>
            <a:ext cx="924877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DB229-6214-6DBC-B73E-E9444F903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4E4470-9237-7678-6A9C-3B3CFA78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5592"/>
            <a:ext cx="10344150" cy="628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3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BDF9-290A-CE09-35C9-ECB84AC4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83D07172-CA71-7606-AB3A-3FEC8057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24062"/>
            <a:ext cx="86487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7585FF-8E56-072B-4B39-B181F7458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05"/>
            <a:ext cx="12192000" cy="65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13E9-6829-6EEC-6797-46AFFE9B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345055-8B43-FEBC-3900-361417D6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4F12C-6815-F291-4339-69C086A7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315BC1-0926-4D57-E2DE-7E0170F9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7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8F4B0-1602-AF70-159E-B12F1E63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2261FB-A58D-238F-3967-36E41683E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2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E6BD4-0962-5DAE-333A-9107F3F3F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A60D7F-37B1-E42F-CEF3-35A666D42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2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AB762-A95A-8349-F9F1-0E9B9A40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3ABD90-4B87-141F-97D0-0FF58DE6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817574-FAC4-92E1-01E2-1D6F32A54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362" y="4733988"/>
            <a:ext cx="7221276" cy="93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48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0C2F7-412E-2D54-51BF-04FC47B83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565224-1E29-7BB1-6DEC-A55C527A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6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43A7-BB6F-346F-A965-406B0B38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75AC1F-CC0E-07EE-697C-9EDD36189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3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87F6-2FF3-E9B9-C9AF-F87385F1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2C2BB9-77AD-5DD0-C9BD-70DE0BB0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E5C9FF-6529-B358-B372-1F591E5D1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713" y="4500563"/>
            <a:ext cx="200977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4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4E29-693F-DEBF-AB81-9EA35224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9BE79A-2A92-2019-938C-CDD4EEE76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4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4332C-E129-0F85-84AA-919AC8AE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27DA8-248A-C028-38D1-29583FAB0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89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487B2-2908-8465-BCB4-ABA5B073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6BE36B-5511-59DE-95F2-88A0EC09A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6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F408-527F-2DBE-83E8-B0CBEDA27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B22C7C-BCCC-1048-57D6-A3C8E5CE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983" y="777738"/>
            <a:ext cx="6490034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2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90FF-4886-ADB9-7B14-D79233996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A376E6-1AC1-E1A4-FCC7-B9B966D17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39" y="777738"/>
            <a:ext cx="62487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2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81FC-334B-790D-38C5-CA7097F6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DF04B4-CDBB-B831-E619-D2D2192C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865" y="777738"/>
            <a:ext cx="620426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90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6A277-AFFA-9604-0B05-50168888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204546-324F-5A0A-E7C8-54357B29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34" y="777738"/>
            <a:ext cx="645193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8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0A47-5076-1DB9-9833-C600D353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E827BF-F92F-70C6-FF2A-FD7F4BE5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777738"/>
            <a:ext cx="632492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08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D6212-71BE-0D29-78C3-C720BF86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85BDC2-3C34-177D-A862-92AFD665F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39" y="777738"/>
            <a:ext cx="62487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96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728C-1E79-9E53-19C5-9CFC697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14B6DA-DF26-EF02-5EC4-752B936DA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469" y="936497"/>
            <a:ext cx="799506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14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7A340-DCED-F425-6038-A95E7896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43C51-838F-65D9-2AD2-4F520B300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75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2FD93-1DAF-ECBC-133F-62718832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2F0A88-656F-86EF-9F61-85ABDA507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78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1C210-717E-533B-71B0-ED6463FF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19FAB4-3AE3-C1D1-DEBB-748847119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25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2A47-0B22-8AB7-0493-EDDF94AF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C19904-8BF6-F484-CBB5-2D4EFA6BF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83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D3E5-376C-97BD-9C61-73AB71498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F6D7EE-9427-A088-3C96-819AAEB7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24" y="868680"/>
            <a:ext cx="10705987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85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DD9E-A2BB-E672-60FB-3423A87B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A85C59-B4FB-97DD-66DF-2FD40C00C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73" y="0"/>
            <a:ext cx="6829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1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52</Words>
  <Application>Microsoft Office PowerPoint</Application>
  <PresentationFormat>Widescreen</PresentationFormat>
  <Paragraphs>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72</cp:revision>
  <cp:lastPrinted>2025-12-20T14:20:33Z</cp:lastPrinted>
  <dcterms:created xsi:type="dcterms:W3CDTF">2025-07-19T22:10:00Z</dcterms:created>
  <dcterms:modified xsi:type="dcterms:W3CDTF">2026-08-15T11:41:41Z</dcterms:modified>
</cp:coreProperties>
</file>