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2" r:id="rId4"/>
    <p:sldId id="276" r:id="rId5"/>
    <p:sldId id="259" r:id="rId6"/>
    <p:sldId id="258" r:id="rId7"/>
    <p:sldId id="262" r:id="rId8"/>
    <p:sldId id="263" r:id="rId9"/>
    <p:sldId id="264" r:id="rId10"/>
    <p:sldId id="266" r:id="rId11"/>
    <p:sldId id="277" r:id="rId12"/>
    <p:sldId id="278" r:id="rId13"/>
    <p:sldId id="283" r:id="rId14"/>
    <p:sldId id="284" r:id="rId15"/>
    <p:sldId id="279" r:id="rId16"/>
    <p:sldId id="280" r:id="rId17"/>
    <p:sldId id="265" r:id="rId18"/>
    <p:sldId id="285" r:id="rId19"/>
    <p:sldId id="286" r:id="rId20"/>
    <p:sldId id="267" r:id="rId21"/>
    <p:sldId id="268" r:id="rId22"/>
    <p:sldId id="261" r:id="rId23"/>
    <p:sldId id="269" r:id="rId24"/>
    <p:sldId id="270" r:id="rId25"/>
    <p:sldId id="271" r:id="rId26"/>
    <p:sldId id="272" r:id="rId27"/>
    <p:sldId id="273" r:id="rId28"/>
    <p:sldId id="274" r:id="rId29"/>
    <p:sldId id="275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0"/>
            <a:ext cx="12192000" cy="6832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6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5400" b="1" dirty="0">
                <a:solidFill>
                  <a:schemeClr val="accent5"/>
                </a:solidFill>
              </a:rPr>
              <a:t>NONLINEAR DYNAMIC ANALYSIS </a:t>
            </a:r>
            <a:r>
              <a:rPr lang="en-US" sz="5400" b="1">
                <a:solidFill>
                  <a:schemeClr val="accent5"/>
                </a:solidFill>
              </a:rPr>
              <a:t>UNDER FREE-VIBRATION </a:t>
            </a:r>
            <a:r>
              <a:rPr lang="en-US" sz="5400" b="1" dirty="0">
                <a:solidFill>
                  <a:schemeClr val="accent5"/>
                </a:solidFill>
              </a:rPr>
              <a:t>COMPUTATION AND VISUALIZATION RESPONSE SPECTRA OF ACCELERAION, VELOCITY, DISPLACEMENT DUCTILITY DAMAGE INDEX USING OPENSEES</a:t>
            </a:r>
          </a:p>
          <a:p>
            <a:pPr algn="ctr"/>
            <a:r>
              <a:rPr lang="en-US" sz="2800" b="1" dirty="0">
                <a:solidFill>
                  <a:srgbClr val="FF0000"/>
                </a:solidFill>
              </a:rPr>
              <a:t>(CONSTANT STRUCTURAL DUCTILITY RATIO RESPONSE SPECTRUM)</a:t>
            </a:r>
          </a:p>
          <a:p>
            <a:pPr algn="ctr"/>
            <a:r>
              <a:rPr lang="en-US" sz="1600" b="1" dirty="0">
                <a:solidFill>
                  <a:schemeClr val="accent6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6AAC8A2-F52F-D3BD-E036-CF52247775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062" y="862012"/>
            <a:ext cx="9248775" cy="5133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DB229-6214-6DBC-B73E-E9444F903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4E4470-9237-7678-6A9C-3B3CFA7802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285592"/>
            <a:ext cx="10344150" cy="628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4317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BBDF9-290A-CE09-35C9-ECB84AC4C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some words&#10;&#10;AI-generated content may be incorrect.">
            <a:extLst>
              <a:ext uri="{FF2B5EF4-FFF2-40B4-BE49-F238E27FC236}">
                <a16:creationId xmlns:a16="http://schemas.microsoft.com/office/drawing/2014/main" id="{83D07172-CA71-7606-AB3A-3FEC8057B8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650" y="2024062"/>
            <a:ext cx="8648700" cy="2809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682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F7EA-DC27-756F-9EAA-CFEC55CA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E47B6D9-3B0D-A94F-8A26-680B1C9285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1341"/>
            <a:ext cx="12192000" cy="6555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9766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CDF46-10CD-2617-2D90-ACB296357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4CF9AE9-7345-F0B9-0A0F-119EEEAF63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553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ADB8B-6E38-437C-3068-B8454425F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2A9895-F119-BF0E-B830-0D18CF4F1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317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3A5D6-30CC-2C13-1F9C-D72363F55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A897FA0-056E-5247-8FDD-F39C02B3CB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601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A8FDC-DAF9-A547-EB2B-DF347820C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029D851-C6E4-2BFF-8261-3042E88A99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0640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3C105-A9A7-8415-C4B6-612A79A38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204E98-4D19-2AF2-58AB-FE228D10E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6816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C4806-FAC9-611B-000A-9961A8D06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F2EE98A-0789-64D9-A657-DEFD0A59A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0736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98C1-92E1-97A6-A685-FC47EA8BB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A5F0F1-2BBF-A340-F256-43B4087142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510" y="234786"/>
            <a:ext cx="933498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9985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2DAF7-5A35-9E33-2045-CE92A2F06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81B617-8FCF-49D2-D561-67382B30B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765" y="234786"/>
            <a:ext cx="914447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2670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C6EBF-013F-CF16-9D5C-6AB2DBCF4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06948B7-C5C2-A1AA-FCAE-B1E77DC0A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706" y="777738"/>
            <a:ext cx="6572588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289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A5079-2062-18AE-40A3-D2391DF2F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B7432F-EEFE-18A2-00DF-94D94E84BC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537" y="777738"/>
            <a:ext cx="6324925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6049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BD59E-34C0-59F9-D210-DF3647806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E5525B3-3239-69A6-B221-6CFBB500AC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1967" y="777738"/>
            <a:ext cx="6128065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174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4FECB-A4BA-36E3-CFA5-09C8755E5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7A396B-A45D-4419-3FD2-909EF2D36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034" y="777738"/>
            <a:ext cx="6451932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0538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DD5CD-AF09-0B7F-75ED-A7DE9B6FD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5DC12F-46AF-6F9A-6F23-1744DDC5A7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8282" y="777738"/>
            <a:ext cx="6515435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1873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2728C-1E79-9E53-19C5-9CFC6975F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6DE8C4-D1F1-EAFD-09D5-0A2A16165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8469" y="936497"/>
            <a:ext cx="799506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145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124D0-8A23-1434-1CA8-DEC3D1484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2FCBF6-1774-8979-9E9C-555CCCF086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3069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52FA3-C5C9-7EEC-59E4-E37C81ED5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CF63F2-4FC7-31B7-6D5B-305A565215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6929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05C90-67EB-63BD-EECA-89A2A5C49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20F94A-030F-26A1-2528-73F5DB3BC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928" y="0"/>
            <a:ext cx="1031414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7428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AC39B-BF89-6D71-4D0A-02B017BA2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94A490C-CBC4-468B-D0DE-7D4234115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6531" y="936497"/>
            <a:ext cx="6578938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8391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0CE58-7650-48F4-683C-8146BF0B2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14BB89-ADC0-0DC7-1D7A-5AF8E5902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6531" y="936497"/>
            <a:ext cx="6578938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9508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EB524-8DFD-020E-3C93-B33000332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D888A1-C1C3-9DE2-1102-8E93EBC1B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6531" y="936497"/>
            <a:ext cx="6578938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1068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D7E6E-BFA1-3ACA-84FA-401F33DA8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307115B-11FB-FA28-ACB6-8273E29134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305" y="936497"/>
            <a:ext cx="6623390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3364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EE24F-580F-7007-8CF3-25878C39B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81066BD-7D0B-FA5B-B605-25E829A399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1695" y="0"/>
            <a:ext cx="61686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5135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7ED73-0728-CAA7-21A0-8510C127F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6F68D31-8A4C-72A9-72C2-5222F5AE0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407" y="916074"/>
            <a:ext cx="9217186" cy="5025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6674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76ED5-5E0C-2C9E-1A62-F0A9ACDE6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A56C10-2CAA-7227-4E33-353546A40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460" y="0"/>
            <a:ext cx="68290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5433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</TotalTime>
  <Words>52</Words>
  <Application>Microsoft Office PowerPoint</Application>
  <PresentationFormat>Widescreen</PresentationFormat>
  <Paragraphs>4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60</cp:revision>
  <cp:lastPrinted>2025-12-20T14:20:33Z</cp:lastPrinted>
  <dcterms:created xsi:type="dcterms:W3CDTF">2025-07-19T22:10:00Z</dcterms:created>
  <dcterms:modified xsi:type="dcterms:W3CDTF">2025-12-20T14:21:55Z</dcterms:modified>
</cp:coreProperties>
</file>