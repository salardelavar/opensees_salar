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82" r:id="rId4"/>
    <p:sldId id="276" r:id="rId5"/>
    <p:sldId id="259" r:id="rId6"/>
    <p:sldId id="258" r:id="rId7"/>
    <p:sldId id="262" r:id="rId8"/>
    <p:sldId id="263" r:id="rId9"/>
    <p:sldId id="264" r:id="rId10"/>
    <p:sldId id="266" r:id="rId11"/>
    <p:sldId id="277" r:id="rId12"/>
    <p:sldId id="278" r:id="rId13"/>
    <p:sldId id="283" r:id="rId14"/>
    <p:sldId id="284" r:id="rId15"/>
    <p:sldId id="279" r:id="rId16"/>
    <p:sldId id="280" r:id="rId17"/>
    <p:sldId id="265" r:id="rId18"/>
    <p:sldId id="285" r:id="rId19"/>
    <p:sldId id="286" r:id="rId20"/>
    <p:sldId id="267" r:id="rId21"/>
    <p:sldId id="268" r:id="rId22"/>
    <p:sldId id="261" r:id="rId23"/>
    <p:sldId id="269" r:id="rId24"/>
    <p:sldId id="270" r:id="rId25"/>
    <p:sldId id="271" r:id="rId26"/>
    <p:sldId id="272" r:id="rId27"/>
    <p:sldId id="273" r:id="rId28"/>
    <p:sldId id="274" r:id="rId29"/>
    <p:sldId id="275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83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92245-1276-2F9E-D5B0-858A91816B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13E768-FFE3-7815-78D5-91112BB1C6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A52766-3E21-CB4A-82C0-46288AEC9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8DB7A-10EE-3704-B39C-032E9D3BB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9E80BD-6007-1289-B37F-A3B86E5A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9282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7FEE2-115A-A17E-63AD-EFD34DA98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8AA150-0100-3322-EFBC-8F7B5070F9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28C0-0033-802C-E79A-7CD6CD0D3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AA8EB8-26C7-9467-044A-CF1E93815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8633F3-E6C8-3F6D-1147-29FF1F871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1662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8B423-DAF8-0E0F-6C0E-546719128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A4F5A3-39F5-FE10-BCBD-C93CF8FD6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F3D4A-6F8E-6A62-F4E8-B378EEA78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2F05A8-C580-405C-D60E-84001B268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8CABA7-CC78-7F02-3408-DB85F62C3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434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041B7-39C8-823B-CC59-35153E825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50C828-0508-4355-5B68-4317D71ED9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7D2EEB-B816-3A5B-19C1-C0A4D3F574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4C860E-1A81-1092-C9B5-8146CB332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F5232A-29A2-3DAC-A37D-77AB957BF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BE3C4A-2511-851F-7953-1E61C4A06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4031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A5D00-0737-CE4A-B8A5-0783B1E36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F921C7-D02F-70CD-8FDC-2822B75DF5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CBED4B-4097-9EA8-D1BA-E0B9658524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B402CB-474E-B23A-B7E7-3C4D4D086E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28195B-E362-8663-33C6-56FE6C3521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95DA75-710F-65B2-961E-30840DF9A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6A42F6-5E2F-5825-1C6B-5BE0046985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79B0B2-2C67-56A7-193B-69765CCE9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230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B8F7B-80F7-19C6-B80C-0C0CF3F3C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E8FD69-092D-6BDA-D9AF-22CF64AB8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6BE809-34ED-B5F0-8846-FE910F545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A6C6A0-3AE3-102B-A313-9C4E69C47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4095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05B8BF-5605-410F-B44F-6B871103D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F9717B-7E28-E366-687F-A197A2EC4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6F4F25-65E4-3A6D-97E2-32EF39680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658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9FE1C-859D-2857-DDB1-064759511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8714A-2C98-5B95-9336-9EA5B796BC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4214F3-EC79-61BC-7D9C-4F194A79FF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531B14-F832-5CB9-9887-5C5FB28CC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1EE5BD-507A-353E-52F9-A753D1CE4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55F285-7269-ED7F-7469-E912875D8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9733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BAEE1-44BC-0EC7-C1EB-6C4110C7D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AD776E-5982-147A-117C-B50DC019E6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86F07E-BAB3-1705-3C79-368299BC27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CF9324-B58E-B8D8-D0DA-5A36B74DD3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37E76E-25EB-0AB3-6842-6970C7AE9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6116AD-D76C-2558-A652-06D103ABA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8009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6204F-D122-27C9-090E-42FC8AF08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F1615F-858B-AEFF-C7CF-3421CE0151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8EE5AF-DE31-5F99-ED57-439E21AAA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D5A380-E2F2-B1AF-0759-DA66F788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1CFAB-1B57-D8DA-9D28-F48AE83E9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7301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252860-0AF7-5AD0-FC1A-F0F7C7D49B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CCD87F-ED33-3366-FB71-BF447F0FA5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DD05CC-BFAE-4598-2B14-715A5CA8F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40842-DBF5-EDB4-199D-93F4C8AFE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BEBF08-6E14-6701-3F45-7D7E158A2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366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6A5D77-A0A2-8A52-2947-4EBC405A8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7C1375-CAB9-E2AA-1717-3FCDE62D9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42EC21-C9BE-5113-F6E0-5F2D9831D3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A06ADF-130A-4EE9-BF7A-7391C22933F6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B3C76-6C60-2408-276B-3733231AD7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2067AB-4761-7DA8-277A-E5F7A6564C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185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C09E288-CB9B-3660-66A6-85C2B1FC54AA}"/>
              </a:ext>
            </a:extLst>
          </p:cNvPr>
          <p:cNvSpPr txBox="1"/>
          <p:nvPr/>
        </p:nvSpPr>
        <p:spPr>
          <a:xfrm>
            <a:off x="0" y="0"/>
            <a:ext cx="12192000" cy="68326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chemeClr val="accent6"/>
                </a:solidFill>
              </a:rPr>
              <a:t>&gt;&gt; IN THE NAME OF ALLAH, THE MOST GRACIOUS, THE MOST MERCIFUL &lt;&lt;</a:t>
            </a:r>
          </a:p>
          <a:p>
            <a:pPr algn="ctr"/>
            <a:r>
              <a:rPr lang="en-US" sz="5400" b="1" dirty="0">
                <a:solidFill>
                  <a:schemeClr val="accent5"/>
                </a:solidFill>
              </a:rPr>
              <a:t>NONLINEAR DYNAMIC ANALYSIS UNDER FREE-VIBRAION COMPUTATION AND VISUALIZATION RESPONSE SPECTRA OF ACCELERAION, VELOCITY, DISPLACEMENT DUCTILITY DAMAGE INDEX USING OPENSEES</a:t>
            </a:r>
          </a:p>
          <a:p>
            <a:pPr algn="ctr"/>
            <a:r>
              <a:rPr lang="en-US" sz="2800" b="1" dirty="0">
                <a:solidFill>
                  <a:srgbClr val="FF0000"/>
                </a:solidFill>
              </a:rPr>
              <a:t>(CONSTANT STRUCTURAL DUCTILITY RATIO RESPONSE SPECTRUM)</a:t>
            </a:r>
          </a:p>
          <a:p>
            <a:pPr algn="ctr"/>
            <a:r>
              <a:rPr lang="en-US" sz="1600" b="1" dirty="0">
                <a:solidFill>
                  <a:schemeClr val="accent6"/>
                </a:solidFill>
              </a:rPr>
              <a:t>WRITTEN BY SALAR DELAVAR GHASHGHAEI (QASHQAI)  </a:t>
            </a:r>
          </a:p>
        </p:txBody>
      </p:sp>
    </p:spTree>
    <p:extLst>
      <p:ext uri="{BB962C8B-B14F-4D97-AF65-F5344CB8AC3E}">
        <p14:creationId xmlns:p14="http://schemas.microsoft.com/office/powerpoint/2010/main" val="29135483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4D527-182C-3B60-4E09-421863039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6AAC8A2-F52F-D3BD-E036-CF52247775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062" y="862012"/>
            <a:ext cx="9248775" cy="5133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3384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DB229-6214-6DBC-B73E-E9444F903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4E4470-9237-7678-6A9C-3B3CFA7802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925" y="285592"/>
            <a:ext cx="10344150" cy="6286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14317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BBDF9-290A-CE09-35C9-ECB84AC4C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some words&#10;&#10;AI-generated content may be incorrect.">
            <a:extLst>
              <a:ext uri="{FF2B5EF4-FFF2-40B4-BE49-F238E27FC236}">
                <a16:creationId xmlns:a16="http://schemas.microsoft.com/office/drawing/2014/main" id="{83D07172-CA71-7606-AB3A-3FEC8057B8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650" y="2024062"/>
            <a:ext cx="8648700" cy="2809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06823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BF7EA-DC27-756F-9EAA-CFEC55CAA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444AFF1-014D-3229-FA24-69DD7D2497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2046"/>
            <a:ext cx="12192000" cy="6593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19766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CDF46-10CD-2617-2D90-ACB296357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4CF9AE9-7345-F0B9-0A0F-119EEEAF63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981" y="0"/>
            <a:ext cx="82440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75553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ADB8B-6E38-437C-3068-B8454425F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42A9895-F119-BF0E-B830-0D18CF4F19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981" y="0"/>
            <a:ext cx="82440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43173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3A5D6-30CC-2C13-1F9C-D72363F55C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A897FA0-056E-5247-8FDD-F39C02B3CB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981" y="0"/>
            <a:ext cx="82440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601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A8FDC-DAF9-A547-EB2B-DF347820C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029D851-C6E4-2BFF-8261-3042E88A99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981" y="0"/>
            <a:ext cx="82440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0640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13C105-A9A7-8415-C4B6-612A79A38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A204E98-4D19-2AF2-58AB-FE228D10E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981" y="0"/>
            <a:ext cx="82440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6816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C4806-FAC9-611B-000A-9961A8D06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F2EE98A-0789-64D9-A657-DEFD0A59A1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981" y="0"/>
            <a:ext cx="82440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30736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998C1-92E1-97A6-A685-FC47EA8BB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F07E986-821A-58D9-BA23-7DF96AABD4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2488" y="234786"/>
            <a:ext cx="9227024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39985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2DAF7-5A35-9E33-2045-CE92A2F06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881B617-8FCF-49D2-D561-67382B30BF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765" y="234786"/>
            <a:ext cx="9144470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2670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C6EBF-013F-CF16-9D5C-6AB2DBCF4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06948B7-C5C2-A1AA-FCAE-B1E77DC0AB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9706" y="777738"/>
            <a:ext cx="6572588" cy="5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5289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A5079-2062-18AE-40A3-D2391DF2FF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0B7432F-EEFE-18A2-00DF-94D94E84BC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3537" y="777738"/>
            <a:ext cx="6324925" cy="5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76049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CBD59E-34C0-59F9-D210-DF3647806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E5525B3-3239-69A6-B221-6CFBB500AC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1967" y="777738"/>
            <a:ext cx="6128065" cy="5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174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4FECB-A4BA-36E3-CFA5-09C8755E5F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67A396B-A45D-4419-3FD2-909EF2D368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0034" y="777738"/>
            <a:ext cx="6451932" cy="5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0538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DD5CD-AF09-0B7F-75ED-A7DE9B6FD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9395645-E6DE-BA4A-B0B7-F0A3FE8782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3537" y="777738"/>
            <a:ext cx="6324925" cy="5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81873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2728C-1E79-9E53-19C5-9CFC6975F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A6DE8C4-D1F1-EAFD-09D5-0A2A16165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8469" y="936497"/>
            <a:ext cx="7995061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2145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0124D0-8A23-1434-1CA8-DEC3D1484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42FCBF6-1774-8979-9E9C-555CCCF086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81" y="0"/>
            <a:ext cx="103322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73069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52FA3-C5C9-7EEC-59E4-E37C81ED5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95CDD0A-6D7E-E911-9241-5555B583D4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81" y="0"/>
            <a:ext cx="103322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6929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05C90-67EB-63BD-EECA-89A2A5C49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620F94A-030F-26A1-2528-73F5DB3BC3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928" y="0"/>
            <a:ext cx="1031414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87428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3AC39B-BF89-6D71-4D0A-02B017BA2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94A490C-CBC4-468B-D0DE-7D42341152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6531" y="936497"/>
            <a:ext cx="6578938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98391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0CE58-7650-48F4-683C-8146BF0B2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14BB89-ADC0-0DC7-1D7A-5AF8E59026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6531" y="936497"/>
            <a:ext cx="6578938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39508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EB524-8DFD-020E-3C93-B33000332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BD888A1-C1C3-9DE2-1102-8E93EBC1B4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6531" y="936497"/>
            <a:ext cx="6578938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10685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D7E6E-BFA1-3ACA-84FA-401F33DA8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307115B-11FB-FA28-ACB6-8273E29134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4305" y="936497"/>
            <a:ext cx="6623390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33364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EE24F-580F-7007-8CF3-25878C39B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81066BD-7D0B-FA5B-B605-25E829A399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1695" y="0"/>
            <a:ext cx="616860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51352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7ED73-0728-CAA7-21A0-8510C127F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6F68D31-8A4C-72A9-72C2-5222F5AE05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407" y="916074"/>
            <a:ext cx="9217186" cy="5025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86674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76ED5-5E0C-2C9E-1A62-F0A9ACDE6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5A56C10-2CAA-7227-4E33-353546A401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1460" y="0"/>
            <a:ext cx="682908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35433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304</TotalTime>
  <Words>52</Words>
  <Application>Microsoft Office PowerPoint</Application>
  <PresentationFormat>Widescreen</PresentationFormat>
  <Paragraphs>4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salar dq</dc:creator>
  <cp:lastModifiedBy>salar dq</cp:lastModifiedBy>
  <cp:revision>55</cp:revision>
  <cp:lastPrinted>2025-12-20T08:13:26Z</cp:lastPrinted>
  <dcterms:created xsi:type="dcterms:W3CDTF">2025-07-19T22:10:00Z</dcterms:created>
  <dcterms:modified xsi:type="dcterms:W3CDTF">2025-12-20T08:13:34Z</dcterms:modified>
</cp:coreProperties>
</file>