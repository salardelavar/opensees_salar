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26" r:id="rId4"/>
    <p:sldId id="259" r:id="rId5"/>
    <p:sldId id="332" r:id="rId6"/>
    <p:sldId id="258" r:id="rId7"/>
    <p:sldId id="316" r:id="rId8"/>
    <p:sldId id="320" r:id="rId9"/>
    <p:sldId id="315" r:id="rId10"/>
    <p:sldId id="261" r:id="rId11"/>
    <p:sldId id="260" r:id="rId12"/>
    <p:sldId id="318" r:id="rId13"/>
    <p:sldId id="319" r:id="rId14"/>
    <p:sldId id="317" r:id="rId15"/>
    <p:sldId id="321" r:id="rId16"/>
    <p:sldId id="322" r:id="rId17"/>
    <p:sldId id="323" r:id="rId18"/>
    <p:sldId id="324" r:id="rId19"/>
    <p:sldId id="325" r:id="rId20"/>
    <p:sldId id="327" r:id="rId21"/>
    <p:sldId id="328" r:id="rId22"/>
    <p:sldId id="330" r:id="rId23"/>
    <p:sldId id="331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92245-1276-2F9E-D5B0-858A91816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3E768-FFE3-7815-78D5-91112BB1C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52766-3E21-CB4A-82C0-46288AEC9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8DB7A-10EE-3704-B39C-032E9D3BB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E80BD-6007-1289-B37F-A3B86E5A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28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7FEE2-115A-A17E-63AD-EFD34DA98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AA150-0100-3322-EFBC-8F7B5070F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928C0-0033-802C-E79A-7CD6CD0D3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A8EB8-26C7-9467-044A-CF1E9381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633F3-E6C8-3F6D-1147-29FF1F871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66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8B423-DAF8-0E0F-6C0E-546719128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4F5A3-39F5-FE10-BCBD-C93CF8FD6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F3D4A-6F8E-6A62-F4E8-B378EEA78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F05A8-C580-405C-D60E-84001B268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CABA7-CC78-7F02-3408-DB85F62C3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434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041B7-39C8-823B-CC59-35153E825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0C828-0508-4355-5B68-4317D71ED9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D2EEB-B816-3A5B-19C1-C0A4D3F57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C860E-1A81-1092-C9B5-8146CB332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5232A-29A2-3DAC-A37D-77AB957B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E3C4A-2511-851F-7953-1E61C4A06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03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A5D00-0737-CE4A-B8A5-0783B1E36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921C7-D02F-70CD-8FDC-2822B75DF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CBED4B-4097-9EA8-D1BA-E0B965852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B402CB-474E-B23A-B7E7-3C4D4D086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28195B-E362-8663-33C6-56FE6C352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95DA75-710F-65B2-961E-30840DF9A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6A42F6-5E2F-5825-1C6B-5BE004698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79B0B2-2C67-56A7-193B-69765CCE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30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8F7B-80F7-19C6-B80C-0C0CF3F3C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E8FD69-092D-6BDA-D9AF-22CF64AB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6BE809-34ED-B5F0-8846-FE910F54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A6C6A0-3AE3-102B-A313-9C4E69C47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0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05B8BF-5605-410F-B44F-6B871103D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F9717B-7E28-E366-687F-A197A2EC4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F4F25-65E4-3A6D-97E2-32EF3968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58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9FE1C-859D-2857-DDB1-064759511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8714A-2C98-5B95-9336-9EA5B796B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214F3-EC79-61BC-7D9C-4F194A79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31B14-F832-5CB9-9887-5C5FB28CC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EE5BD-507A-353E-52F9-A753D1CE4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5F285-7269-ED7F-7469-E912875D8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73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BAEE1-44BC-0EC7-C1EB-6C4110C7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AD776E-5982-147A-117C-B50DC019E6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6F07E-BAB3-1705-3C79-368299BC2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F9324-B58E-B8D8-D0DA-5A36B74DD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7E76E-25EB-0AB3-6842-6970C7AE9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116AD-D76C-2558-A652-06D103ABA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800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204F-D122-27C9-090E-42FC8AF08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1615F-858B-AEFF-C7CF-3421CE015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EE5AF-DE31-5F99-ED57-439E21AAA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5A380-E2F2-B1AF-0759-DA66F788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1CFAB-1B57-D8DA-9D28-F48AE83E9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30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252860-0AF7-5AD0-FC1A-F0F7C7D49B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CCD87F-ED33-3366-FB71-BF447F0FA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D05CC-BFAE-4598-2B14-715A5CA8F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40842-DBF5-EDB4-199D-93F4C8AFE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EBF08-6E14-6701-3F45-7D7E158A2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66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6A5D77-A0A2-8A52-2947-4EBC405A8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C1375-CAB9-E2AA-1717-3FCDE62D9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2EC21-C9BE-5113-F6E0-5F2D9831D3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A06ADF-130A-4EE9-BF7A-7391C22933F6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B3C76-6C60-2408-276B-3733231AD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067AB-4761-7DA8-277A-E5F7A6564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85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C09E288-CB9B-3660-66A6-85C2B1FC54AA}"/>
              </a:ext>
            </a:extLst>
          </p:cNvPr>
          <p:cNvSpPr txBox="1"/>
          <p:nvPr/>
        </p:nvSpPr>
        <p:spPr>
          <a:xfrm>
            <a:off x="0" y="643622"/>
            <a:ext cx="12192000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5400" b="1" dirty="0">
                <a:solidFill>
                  <a:schemeClr val="accent5"/>
                </a:solidFill>
              </a:rPr>
              <a:t>COMPARATIVE FREE-VIBRATION AND PUSHOVER ANALYSIS OF A SDOF STRUCTURE: ELASTIC VS INELASTIC RESPONSE USING OPENSEES</a:t>
            </a:r>
          </a:p>
          <a:p>
            <a:pPr algn="ctr"/>
            <a:r>
              <a:rPr lang="en-US" sz="5400" b="1" dirty="0">
                <a:solidFill>
                  <a:schemeClr val="accent5"/>
                </a:solidFill>
              </a:rPr>
              <a:t>AND EVALUATION OF DISSIPATED ENERGY CAPACITY INDEX</a:t>
            </a:r>
          </a:p>
          <a:p>
            <a:pPr algn="ctr"/>
            <a:r>
              <a:rPr lang="en-US" sz="1600" b="1" dirty="0">
                <a:solidFill>
                  <a:schemeClr val="accent3"/>
                </a:solidFill>
              </a:rPr>
              <a:t>WRITTEN BY SALAR DELAVAR GHASHGHAEI (QASHQAI)  </a:t>
            </a:r>
          </a:p>
        </p:txBody>
      </p:sp>
    </p:spTree>
    <p:extLst>
      <p:ext uri="{BB962C8B-B14F-4D97-AF65-F5344CB8AC3E}">
        <p14:creationId xmlns:p14="http://schemas.microsoft.com/office/powerpoint/2010/main" val="2913548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4D527-182C-3B60-4E09-421863039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2639D5-DE10-F98B-D1AE-76E3D6C4D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515" y="0"/>
            <a:ext cx="79509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338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9CCB5-D0AE-CAF3-79B6-65736529C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ACEF228-C176-2CF6-44CF-DD9076ECB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3886"/>
            <a:ext cx="12192000" cy="5750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857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BF7EA-DC27-756F-9EAA-CFEC55CAA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5E1337-FF9C-4C60-B058-5C96FD211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046"/>
            <a:ext cx="12192000" cy="6593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76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4D16D-0712-6A89-8DD3-1298A3CFB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A1B155-A189-5399-C1B0-6321247E7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722"/>
            <a:ext cx="12192000" cy="657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882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CDF46-10CD-2617-2D90-ACB296357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1BC993-0A8B-85F8-6179-D353930D2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103" y="0"/>
            <a:ext cx="102477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555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FD1DF-7E92-1830-587F-FA770CBA4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2A0EA3-1855-7C47-8BAA-452C78261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387" y="0"/>
            <a:ext cx="82392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52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10EFD-C39A-344D-54C3-9A16EE9BA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879643-8C62-8BF3-E4A4-1849EA713EDD}"/>
              </a:ext>
            </a:extLst>
          </p:cNvPr>
          <p:cNvSpPr txBox="1"/>
          <p:nvPr/>
        </p:nvSpPr>
        <p:spPr>
          <a:xfrm>
            <a:off x="0" y="2921168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accent5"/>
                </a:solidFill>
              </a:rPr>
              <a:t>FREE-VIBRATION ANALYSIS</a:t>
            </a:r>
            <a:endParaRPr lang="en-US" sz="20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8444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E2BC2C-0423-6AFD-6B34-E570F3EAC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38" y="1"/>
            <a:ext cx="6328572" cy="36619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33979C-635E-20B6-C8EB-FCA5283CE5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922" y="409000"/>
            <a:ext cx="4486667" cy="302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BB1C11-0553-E6FF-7D44-5BE4F2283C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317" y="3581333"/>
            <a:ext cx="9010000" cy="327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7909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05C90-67EB-63BD-EECA-89A2A5C49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E08EE9-CF10-287D-4BD4-3E1D8283B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742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319A2-06C7-15A5-4AD4-83251B66D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6CB123-8B93-C2A8-512B-38A0467FD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941" y="0"/>
            <a:ext cx="88321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087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38EF8-C679-4D20-0D37-2E5DB65F7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347EEB-0900-A86A-3A01-B02DC9E437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8531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5AAAE-E9C9-4749-5E7E-73E4DE688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5831A1-E7E5-BA47-C17E-83F5E74FD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5925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75CD5-9DC2-B2CD-7EEA-69BF5C1A5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1BCBBD5-2CD1-5E15-8225-548BE60CF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4305" y="936497"/>
            <a:ext cx="6623390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6521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79DB9-F026-36F9-4B24-DAE2EE7BA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1F8229-F0EF-1E0B-2336-43D0CE6F4383}"/>
              </a:ext>
            </a:extLst>
          </p:cNvPr>
          <p:cNvSpPr txBox="1"/>
          <p:nvPr/>
        </p:nvSpPr>
        <p:spPr>
          <a:xfrm>
            <a:off x="0" y="2921168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accent5"/>
                </a:solidFill>
              </a:rPr>
              <a:t>PUSHOVER ANALYSIS</a:t>
            </a:r>
            <a:endParaRPr lang="en-US" sz="20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8206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5539D-9756-9933-F264-3294525BA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E3F472-653F-2778-9F29-0EAD0E2A1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234786"/>
            <a:ext cx="94556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0074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79D2E-6ED5-5BEF-5652-554782727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8A02D31-A041-AD5D-5A20-48DA411D5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1362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68778-26BC-BE18-1D84-53DD6ED60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E58C26-2A37-6EAF-1EDC-CA7183A68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2817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309EF-9212-2F25-9767-CD2E11B78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3CA055-E8E0-E2E9-61B3-81566010C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0245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FEEB4-4264-0AB1-F82F-2E1516C2F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B25803D-9B93-E8E5-AF01-4583F2D53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783" y="228600"/>
            <a:ext cx="9504947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410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4E1FC-EB53-3315-F82B-3E7FB4CE8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22B455-677D-C73D-AEC4-06DDDE3E1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223" y="228600"/>
            <a:ext cx="9348537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4197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AFF94-7D74-CAA6-F11E-F6BE801E2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594168-C7BF-1BA2-CD77-4171F27A2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528" y="128587"/>
            <a:ext cx="9398943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3936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25DF7-3A1D-9476-7BA0-17EB24660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C20BAA-DA05-3C47-A3EB-C112D8963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498" y="457200"/>
            <a:ext cx="9330998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275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50</Words>
  <Application>Microsoft Office PowerPoint</Application>
  <PresentationFormat>Widescreen</PresentationFormat>
  <Paragraphs>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42</cp:revision>
  <cp:lastPrinted>2025-08-23T12:20:58Z</cp:lastPrinted>
  <dcterms:created xsi:type="dcterms:W3CDTF">2025-07-19T22:10:00Z</dcterms:created>
  <dcterms:modified xsi:type="dcterms:W3CDTF">2026-02-07T15:58:24Z</dcterms:modified>
</cp:coreProperties>
</file>