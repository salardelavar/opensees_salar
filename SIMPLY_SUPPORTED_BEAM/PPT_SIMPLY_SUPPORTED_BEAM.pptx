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6" r:id="rId3"/>
    <p:sldId id="319" r:id="rId4"/>
    <p:sldId id="317" r:id="rId5"/>
    <p:sldId id="3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5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9600" b="1" dirty="0">
                <a:solidFill>
                  <a:schemeClr val="accent5"/>
                </a:solidFill>
              </a:rPr>
              <a:t>LINEAR ELASTIC BEAM ANALYSIS USING OPENSEES</a:t>
            </a:r>
          </a:p>
          <a:p>
            <a:pPr algn="ctr"/>
            <a:r>
              <a:rPr lang="en-US" sz="1600" b="1" dirty="0">
                <a:solidFill>
                  <a:schemeClr val="accent5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D1DF-7E92-1830-587F-FA770CBA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CBA1CC-5E0D-9909-CF78-91601E87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18" y="0"/>
            <a:ext cx="75811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40F6D-FC3D-A9D2-99A4-FD7D9585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DC654-BE73-3127-D2E9-2E71BDF41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B50D-7EBF-40F8-DFD2-03930D762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038E0-C504-D17F-442E-F16CF99FD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658" y="0"/>
            <a:ext cx="86026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1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9D457-9935-E725-C277-FFCBCC6E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CC0A42-9AF4-C799-4620-CE024223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5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39</cp:revision>
  <cp:lastPrinted>2025-12-24T08:07:52Z</cp:lastPrinted>
  <dcterms:created xsi:type="dcterms:W3CDTF">2025-07-19T22:10:00Z</dcterms:created>
  <dcterms:modified xsi:type="dcterms:W3CDTF">2025-12-24T08:08:19Z</dcterms:modified>
</cp:coreProperties>
</file>