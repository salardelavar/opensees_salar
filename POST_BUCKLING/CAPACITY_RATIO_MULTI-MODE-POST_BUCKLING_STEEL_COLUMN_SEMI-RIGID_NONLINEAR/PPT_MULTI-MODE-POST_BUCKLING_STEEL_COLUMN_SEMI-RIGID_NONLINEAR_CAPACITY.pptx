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316" r:id="rId5"/>
    <p:sldId id="317" r:id="rId6"/>
    <p:sldId id="319" r:id="rId7"/>
    <p:sldId id="320" r:id="rId8"/>
    <p:sldId id="324" r:id="rId9"/>
    <p:sldId id="321" r:id="rId10"/>
    <p:sldId id="326" r:id="rId11"/>
    <p:sldId id="327" r:id="rId12"/>
    <p:sldId id="322" r:id="rId13"/>
    <p:sldId id="330" r:id="rId14"/>
    <p:sldId id="323" r:id="rId15"/>
    <p:sldId id="325" r:id="rId16"/>
    <p:sldId id="329" r:id="rId17"/>
    <p:sldId id="328" r:id="rId18"/>
    <p:sldId id="33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366623"/>
            <a:ext cx="121920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6000" b="1" dirty="0">
                <a:solidFill>
                  <a:schemeClr val="accent5"/>
                </a:solidFill>
              </a:rPr>
              <a:t>INVESTIGATION OF MULTI-MODE POST-BUCKLING PHENOMENA IN SEMI-RIGID STEEL COLUMNS USING OPENSEES CONSIDERING THE GEOMETRIC AND MATERIAL PROPERTIES NONLINEARITY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D33B30-5C7D-D1E0-77D1-68D4BA39F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868"/>
            <a:ext cx="12192000" cy="56682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933634-8D48-1D6B-5979-850548A6E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4325" y="833437"/>
            <a:ext cx="280035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D42174-5880-4A23-2792-83CFD6FEA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046"/>
            <a:ext cx="12192000" cy="659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FD1DF-7E92-1830-587F-FA770CBA4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968574-A49F-8214-063B-90B08FA47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2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3E56A-9C9F-BE5B-6660-B3DFCD576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AF74FD-B66C-ABCE-A7DE-526249FE9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136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45657-4971-F3A3-AB5D-0F9E293D7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EE852E-3C87-3C48-A8DE-F8A264BA3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220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A2806-62E6-839C-C2F8-38CF7D89C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9CA5ED-9530-F606-9D35-8FC772475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095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0EB88-2CF0-B999-97B1-2C57D8E7F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026544-6F37-A1DF-6BAA-27F926D74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137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F870E-FACD-AFA6-228F-A7B5E8130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297AD5F-42CC-26D9-959C-4661593B3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653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22E74-DA81-143D-DEB6-4A936CEE8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0F5302-7302-B32B-A0B8-49291ADFE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90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E3B36-37D1-8BE5-7B1C-D40BE32FF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7FA2A2-040E-E7DE-CAE4-9B5BC48FC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459" y="234786"/>
            <a:ext cx="937308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512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19AC5-9F69-F86B-BABC-BAE5DC192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A92BDE2-C45E-484C-5672-303507520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561" y="234786"/>
            <a:ext cx="92968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267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E8050-255E-6E83-6B7B-D8DA2B1B0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52D7C9-47C9-1613-82BB-566C92EE0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561" y="234786"/>
            <a:ext cx="92968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208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C2DA5-DDEA-0DF0-B6E4-76A20B4AF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228E3E-B11F-6DFF-B654-88663B4C9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787" y="234786"/>
            <a:ext cx="925242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35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A804B-4D3B-1FED-08D2-54F6D7DCD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7293B3-0478-BE5C-D0D5-B951BC7A2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9352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4036F-28A6-3839-9437-C690A59D2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711BA98-9E9C-09BD-F70A-4853EF55D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787" y="234786"/>
            <a:ext cx="925242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25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34F41-8672-23A1-5B8F-AF375F1B7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64D97EC-B540-DFE3-BE65-B15428980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137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20AA6-48B4-F10E-2C66-E9C9F42B1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31DFA4-4B12-F7F7-020E-3859E998E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39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2130</TotalTime>
  <Words>41</Words>
  <Application>Microsoft Office PowerPoint</Application>
  <PresentationFormat>Widescreen</PresentationFormat>
  <Paragraphs>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81</cp:revision>
  <cp:lastPrinted>2026-01-13T13:27:44Z</cp:lastPrinted>
  <dcterms:created xsi:type="dcterms:W3CDTF">2025-07-19T22:10:00Z</dcterms:created>
  <dcterms:modified xsi:type="dcterms:W3CDTF">2026-01-22T16:25:52Z</dcterms:modified>
</cp:coreProperties>
</file>