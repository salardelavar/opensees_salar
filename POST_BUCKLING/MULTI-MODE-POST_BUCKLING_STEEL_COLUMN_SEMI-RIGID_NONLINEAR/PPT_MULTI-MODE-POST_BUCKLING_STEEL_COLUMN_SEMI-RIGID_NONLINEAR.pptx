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316" r:id="rId5"/>
    <p:sldId id="317" r:id="rId6"/>
    <p:sldId id="319" r:id="rId7"/>
    <p:sldId id="320" r:id="rId8"/>
    <p:sldId id="321" r:id="rId9"/>
    <p:sldId id="322" r:id="rId10"/>
    <p:sldId id="32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366623"/>
            <a:ext cx="121920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5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INVESTIGATION OF MULTI-MODE POST-BUCKLING PHENOMENA IN SEMI-RIGID STEEL COLUMNS USING OPENSEES CONSIDERING THE GEOMETRIC AND MATERIAL PROPERTIES NONLINEARITY</a:t>
            </a:r>
          </a:p>
          <a:p>
            <a:pPr algn="ctr"/>
            <a:r>
              <a:rPr lang="en-US" sz="1600" b="1" dirty="0">
                <a:solidFill>
                  <a:schemeClr val="accent5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D33B30-5C7D-D1E0-77D1-68D4BA39F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4868"/>
            <a:ext cx="12192000" cy="566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C4E6C6E-DBC8-F9AE-0905-9CA0873A8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D1DF-7E92-1830-587F-FA770CBA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17A118-CA1A-F114-E5DB-4770AA7E9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2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E56A-9C9F-BE5B-6660-B3DFCD57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33738E-AD4B-E3C9-DAD9-FBAD70FA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136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5657-4971-F3A3-AB5D-0F9E293D7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F6C43F-A153-1D82-E13A-C2F859067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220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2806-62E6-839C-C2F8-38CF7D89C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05BE67-97D3-EE00-B86C-E84B9DB59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095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870E-FACD-AFA6-228F-A7B5E8130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E143FD-916F-CB94-F0F6-ADF21865E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556" y="336034"/>
            <a:ext cx="7832887" cy="6185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653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19AC5-9F69-F86B-BABC-BAE5DC19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A6E592-3A80-BEB4-CC93-A9BECFF20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311" y="468248"/>
            <a:ext cx="7573490" cy="5921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267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2DA5-DDEA-0DF0-B6E4-76A20B4A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AB1E36-6475-F426-A903-FC26AEEA2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980" y="296636"/>
            <a:ext cx="8188040" cy="626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35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</TotalTime>
  <Words>41</Words>
  <Application>Microsoft Office PowerPoint</Application>
  <PresentationFormat>Widescreen</PresentationFormat>
  <Paragraphs>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50</cp:revision>
  <cp:lastPrinted>2025-08-21T19:26:16Z</cp:lastPrinted>
  <dcterms:created xsi:type="dcterms:W3CDTF">2025-07-19T22:10:00Z</dcterms:created>
  <dcterms:modified xsi:type="dcterms:W3CDTF">2025-12-06T18:00:37Z</dcterms:modified>
</cp:coreProperties>
</file>