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316" r:id="rId5"/>
    <p:sldId id="317" r:id="rId6"/>
    <p:sldId id="319" r:id="rId7"/>
    <p:sldId id="320" r:id="rId8"/>
    <p:sldId id="321" r:id="rId9"/>
    <p:sldId id="322" r:id="rId10"/>
    <p:sldId id="32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366623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INVESTIGATION OF MULTI-MODE POST-BUCKLING PHENOMENA IN SEMI-RIGID STEEL COLUMNS USING OPENSEES CONSIDERING THE GEOMETRIC AND MATERIAL PROPERTIES NONLINEARITY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D33B30-5C7D-D1E0-77D1-68D4BA39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868"/>
            <a:ext cx="12192000" cy="566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E33AC-D406-AF69-465C-BBB8AEDF8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02"/>
            <a:ext cx="12192000" cy="662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B1F18B-C48C-8F05-D7C1-CEADE5CC8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E56A-9C9F-BE5B-6660-B3DFCD57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C154C1-744E-EA94-7B32-35DC3E8B3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5657-4971-F3A3-AB5D-0F9E293D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E4324C-D376-FDBF-2D4E-0A04D081B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2806-62E6-839C-C2F8-38CF7D89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6259DE-F1D6-E5E4-569B-02C98FA9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9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870E-FACD-AFA6-228F-A7B5E813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11CBA-56B1-76EF-B841-B19371D04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092" y="224313"/>
            <a:ext cx="8115815" cy="64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AC5-9F69-F86B-BABC-BAE5DC19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B9CC72-E8EE-6CDA-BD4A-4D0E9BB3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53" y="209121"/>
            <a:ext cx="8154293" cy="643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6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2DA5-DDEA-0DF0-B6E4-76A20B4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B93B96-78B0-408C-9872-8B3A5753B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49" y="211073"/>
            <a:ext cx="8411701" cy="64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41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57</cp:revision>
  <cp:lastPrinted>2025-12-07T04:05:04Z</cp:lastPrinted>
  <dcterms:created xsi:type="dcterms:W3CDTF">2025-07-19T22:10:00Z</dcterms:created>
  <dcterms:modified xsi:type="dcterms:W3CDTF">2025-12-07T04:17:41Z</dcterms:modified>
</cp:coreProperties>
</file>