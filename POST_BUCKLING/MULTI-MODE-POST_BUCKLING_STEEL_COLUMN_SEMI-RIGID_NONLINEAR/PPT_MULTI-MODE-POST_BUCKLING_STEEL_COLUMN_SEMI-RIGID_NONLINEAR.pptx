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316" r:id="rId5"/>
    <p:sldId id="317" r:id="rId6"/>
    <p:sldId id="319" r:id="rId7"/>
    <p:sldId id="320" r:id="rId8"/>
    <p:sldId id="321" r:id="rId9"/>
    <p:sldId id="322" r:id="rId10"/>
    <p:sldId id="32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366623"/>
            <a:ext cx="121920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5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INVESTIGATION OF MULTI-MODE POST-BUCKLING PHENOMENA IN SEMI-RIGID STEEL COLUMNS USING OPENSEES CONSIDERING THE GEOMETRIC AND MATERIAL PROPERTIES NONLINEARITY</a:t>
            </a:r>
          </a:p>
          <a:p>
            <a:pPr algn="ctr"/>
            <a:r>
              <a:rPr lang="en-US" sz="1600" b="1" dirty="0">
                <a:solidFill>
                  <a:schemeClr val="accent5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D33B30-5C7D-D1E0-77D1-68D4BA39F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4868"/>
            <a:ext cx="12192000" cy="566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FB7529-6C00-92E8-FE4C-B8F93378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202"/>
            <a:ext cx="12192000" cy="662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D1DF-7E92-1830-587F-FA770CBA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B1F18B-C48C-8F05-D7C1-CEADE5CC8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2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E56A-9C9F-BE5B-6660-B3DFCD57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C154C1-744E-EA94-7B32-35DC3E8B3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136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5657-4971-F3A3-AB5D-0F9E293D7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DEC60B-0C4D-A365-B694-51F1351D0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220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2806-62E6-839C-C2F8-38CF7D89C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6259DE-F1D6-E5E4-569B-02C98FA92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095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870E-FACD-AFA6-228F-A7B5E8130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B956D4-DB15-E779-56AB-2AB7D8F8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812" y="149858"/>
            <a:ext cx="8304375" cy="6558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653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19AC5-9F69-F86B-BABC-BAE5DC19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1D22A95-B7D4-D4E8-AC73-61D29C27A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106" y="200633"/>
            <a:ext cx="8175788" cy="6456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267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2DA5-DDEA-0DF0-B6E4-76A20B4A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D084FD2-797D-3DC0-C0B0-0092FFE963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96" y="141255"/>
            <a:ext cx="8594208" cy="6575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35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1357</TotalTime>
  <Words>41</Words>
  <Application>Microsoft Office PowerPoint</Application>
  <PresentationFormat>Widescreen</PresentationFormat>
  <Paragraphs>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61</cp:revision>
  <cp:lastPrinted>2025-12-07T04:05:04Z</cp:lastPrinted>
  <dcterms:created xsi:type="dcterms:W3CDTF">2025-07-19T22:10:00Z</dcterms:created>
  <dcterms:modified xsi:type="dcterms:W3CDTF">2025-12-07T10:39:54Z</dcterms:modified>
</cp:coreProperties>
</file>