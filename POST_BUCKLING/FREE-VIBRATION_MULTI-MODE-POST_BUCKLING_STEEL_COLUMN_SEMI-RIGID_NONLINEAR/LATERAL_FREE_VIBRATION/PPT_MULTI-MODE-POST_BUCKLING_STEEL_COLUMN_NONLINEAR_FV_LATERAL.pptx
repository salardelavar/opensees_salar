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326" r:id="rId3"/>
    <p:sldId id="257" r:id="rId4"/>
    <p:sldId id="316" r:id="rId5"/>
    <p:sldId id="259" r:id="rId6"/>
    <p:sldId id="320" r:id="rId7"/>
    <p:sldId id="317" r:id="rId8"/>
    <p:sldId id="319" r:id="rId9"/>
    <p:sldId id="324" r:id="rId10"/>
    <p:sldId id="325" r:id="rId11"/>
    <p:sldId id="321" r:id="rId12"/>
    <p:sldId id="322" r:id="rId13"/>
    <p:sldId id="323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7" d="100"/>
          <a:sy n="67" d="100"/>
        </p:scale>
        <p:origin x="834" y="6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392245-1276-2F9E-D5B0-858A91816B2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13E768-FFE3-7815-78D5-91112BB1C6A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A52766-3E21-CB4A-82C0-46288AEC9D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88DB7A-10EE-3704-B39C-032E9D3BBA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9E80BD-6007-1289-B37F-A3B86E5A52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49282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67FEE2-115A-A17E-63AD-EFD34DA98E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8AA150-0100-3322-EFBC-8F7B5070F9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6928C0-0033-802C-E79A-7CD6CD0D36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AA8EB8-26C7-9467-044A-CF1E938154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8633F3-E6C8-3F6D-1147-29FF1F8713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016620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8B423-DAF8-0E0F-6C0E-5467191286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A4F5A3-39F5-FE10-BCBD-C93CF8FD66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FF3D4A-6F8E-6A62-F4E8-B378EEA781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02F05A8-C580-405C-D60E-84001B268D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8CABA7-CC78-7F02-3408-DB85F62C39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243460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041B7-39C8-823B-CC59-35153E8257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50C828-0508-4355-5B68-4317D71ED92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17D2EEB-B816-3A5B-19C1-C0A4D3F574A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74C860E-1A81-1092-C9B5-8146CB332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9F5232A-29A2-3DAC-A37D-77AB957BF3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BE3C4A-2511-851F-7953-1E61C4A064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14031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7A5D00-0737-CE4A-B8A5-0783B1E368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FF921C7-D02F-70CD-8FDC-2822B75DF50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5CBED4B-4097-9EA8-D1BA-E0B9658524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B402CB-474E-B23A-B7E7-3C4D4D086E2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528195B-E362-8663-33C6-56FE6C35212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095DA75-710F-65B2-961E-30840DF9AD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16A42F6-5E2F-5825-1C6B-5BE0046985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E79B0B2-2C67-56A7-193B-69765CCE96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230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EB8F7B-80F7-19C6-B80C-0C0CF3F3C3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FE8FD69-092D-6BDA-D9AF-22CF64AB89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B6BE809-34ED-B5F0-8846-FE910F545D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A6C6A0-3AE3-102B-A313-9C4E69C47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44095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905B8BF-5605-410F-B44F-6B871103DE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BF9717B-7E28-E366-687F-A197A2EC45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D6F4F25-65E4-3A6D-97E2-32EF396800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86585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B9FE1C-859D-2857-DDB1-0647595117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E8714A-2C98-5B95-9336-9EA5B796BC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84214F3-EC79-61BC-7D9C-4F194A79FFA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0531B14-F832-5CB9-9887-5C5FB28CC6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C1EE5BD-507A-353E-52F9-A753D1CE46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55F285-7269-ED7F-7469-E912875D80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69733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3BAEE1-44BC-0EC7-C1EB-6C4110C7DF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EAD776E-5982-147A-117C-B50DC019E67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386F07E-BAB3-1705-3C79-368299BC279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CF9324-B58E-B8D8-D0DA-5A36B74DD3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37E76E-25EB-0AB3-6842-6970C7AE98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26116AD-D76C-2558-A652-06D103ABA2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28009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C6204F-D122-27C9-090E-42FC8AF08A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F1615F-858B-AEFF-C7CF-3421CE0151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8EE5AF-DE31-5F99-ED57-439E21AAAF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D5A380-E2F2-B1AF-0759-DA66F788E2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51CFAB-1B57-D8DA-9D28-F48AE83E9C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7301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D252860-0AF7-5AD0-FC1A-F0F7C7D49B6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0CCD87F-ED33-3366-FB71-BF447F0FA55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DD05CC-BFAE-4598-2B14-715A5CA8F0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4A06ADF-130A-4EE9-BF7A-7391C22933F6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B40842-DBF5-EDB4-199D-93F4C8AFEB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BEBF08-6E14-6701-3F45-7D7E158A21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43663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B6A5D77-A0A2-8A52-2947-4EBC405A8C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7C1375-CAB9-E2AA-1717-3FCDE62D9B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42EC21-C9BE-5113-F6E0-5F2D9831D39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4A06ADF-130A-4EE9-BF7A-7391C22933F6}" type="datetimeFigureOut">
              <a:rPr lang="en-US" smtClean="0"/>
              <a:t>12/29/2025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2B3C76-6C60-2408-276B-3733231AD7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2067AB-4761-7DA8-277A-E5F7A6564C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790AE0-150F-4B70-8E43-8E49767670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51850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0C09E288-CB9B-3660-66A6-85C2B1FC54AA}"/>
              </a:ext>
            </a:extLst>
          </p:cNvPr>
          <p:cNvSpPr txBox="1"/>
          <p:nvPr/>
        </p:nvSpPr>
        <p:spPr>
          <a:xfrm>
            <a:off x="0" y="366623"/>
            <a:ext cx="12192000" cy="61863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solidFill>
                  <a:srgbClr val="FF0000"/>
                </a:solidFill>
              </a:rPr>
              <a:t>&gt;&gt; IN THE NAME OF ALLAH, THE MOST GRACIOUS, THE MOST MERCIFUL &lt;&lt;</a:t>
            </a:r>
          </a:p>
          <a:p>
            <a:pPr algn="ctr"/>
            <a:r>
              <a:rPr lang="en-US" sz="5200" b="1" dirty="0">
                <a:solidFill>
                  <a:schemeClr val="accent5"/>
                </a:solidFill>
              </a:rPr>
              <a:t>INVESTIGATION OF FREE-VIBRATION ANALYSIS WITH LATERAL DISPLACEMENT OF MULTI-MODE POST-BUCKLING PHENOMENA STEEL COLUMNS USING OPENSEES CONSIDERING THE GEOMETRIC AND MATERIAL PROPERTIES NONLINEARITY</a:t>
            </a:r>
          </a:p>
          <a:p>
            <a:pPr algn="ctr"/>
            <a:r>
              <a:rPr lang="en-US" sz="1600" b="1" dirty="0">
                <a:solidFill>
                  <a:srgbClr val="FF0000"/>
                </a:solidFill>
              </a:rPr>
              <a:t>WRITTEN BY SALAR DELAVAR GHASHGHAEI (QASHQAI)  </a:t>
            </a:r>
          </a:p>
        </p:txBody>
      </p:sp>
    </p:spTree>
    <p:extLst>
      <p:ext uri="{BB962C8B-B14F-4D97-AF65-F5344CB8AC3E}">
        <p14:creationId xmlns:p14="http://schemas.microsoft.com/office/powerpoint/2010/main" val="29135483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B05736-084C-5C3A-112C-FE861BCE8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464B679-7D94-7EC3-EC86-CB6A8E10562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681960"/>
            <a:ext cx="12192000" cy="54940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65482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A4D527-182C-3B60-4E09-421863039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628F93A-ADB7-98ED-EEC9-D027F9FF24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41722"/>
            <a:ext cx="12192000" cy="6574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53384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4FD1DF-7E92-1830-587F-FA770CBA4A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13FB70FA-36F3-A5BA-C3E2-23BAFEC576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85143" y="0"/>
            <a:ext cx="842171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6526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3BF7EA-DC27-756F-9EAA-CFEC55CAA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6646564-C700-95A8-96BC-373A7940A5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5562" y="0"/>
            <a:ext cx="85208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19766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7A2806-62E6-839C-C2F8-38CF7D89C4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66E73A8-1083-C01B-4784-ED7DD29281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5562" y="0"/>
            <a:ext cx="85208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009517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C3E56A-9C9F-BE5B-6660-B3DFCD576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A1289AF-0834-B0C1-CF72-B9BD4E11D8A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5562" y="0"/>
            <a:ext cx="85208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51362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945657-4971-F3A3-AB5D-0F9E293D7F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18B0751-00D7-0BBD-5E85-C1EE12F14C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5562" y="0"/>
            <a:ext cx="852087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82200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0E176A-4AFE-F64F-1BF0-5F5DACEF6C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27BBEEF-7E27-FD63-AAE2-9388A62E441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2816" y="234786"/>
            <a:ext cx="9106368" cy="6388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909778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436089-79E7-3B9B-8598-0B731F7B86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36B8575-3899-68EF-92F1-E08D869DDB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79941" y="0"/>
            <a:ext cx="8832117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45336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F870E-FACD-AFA6-228F-A7B5E81309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709ADF2-0260-3D29-DDC5-BD2F0965BF5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1578" y="228600"/>
            <a:ext cx="7950038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16536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619AC5-9F69-F86B-BABC-BAE5DC1929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6618B10-6545-1C2E-369D-5FFFA338139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86671" y="228600"/>
            <a:ext cx="8618657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0226738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AC2DA5-DDEA-0DF0-B6E4-76A20B4AF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872D951-AC78-3E94-45F5-110C758769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0981" y="228600"/>
            <a:ext cx="7950038" cy="6400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55354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1372</TotalTime>
  <Words>45</Words>
  <Application>Microsoft Office PowerPoint</Application>
  <PresentationFormat>Widescreen</PresentationFormat>
  <Paragraphs>3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salar dq</dc:creator>
  <cp:lastModifiedBy>salar dq</cp:lastModifiedBy>
  <cp:revision>73</cp:revision>
  <cp:lastPrinted>2025-12-07T04:05:04Z</cp:lastPrinted>
  <dcterms:created xsi:type="dcterms:W3CDTF">2025-07-19T22:10:00Z</dcterms:created>
  <dcterms:modified xsi:type="dcterms:W3CDTF">2025-12-29T04:13:49Z</dcterms:modified>
</cp:coreProperties>
</file>