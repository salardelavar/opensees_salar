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6" r:id="rId3"/>
    <p:sldId id="257" r:id="rId4"/>
    <p:sldId id="259" r:id="rId5"/>
    <p:sldId id="327" r:id="rId6"/>
    <p:sldId id="320" r:id="rId7"/>
    <p:sldId id="317" r:id="rId8"/>
    <p:sldId id="319" r:id="rId9"/>
    <p:sldId id="324" r:id="rId10"/>
    <p:sldId id="325" r:id="rId11"/>
    <p:sldId id="321" r:id="rId12"/>
    <p:sldId id="322" r:id="rId13"/>
    <p:sldId id="323" r:id="rId14"/>
    <p:sldId id="328" r:id="rId15"/>
    <p:sldId id="333" r:id="rId16"/>
    <p:sldId id="334" r:id="rId17"/>
    <p:sldId id="335" r:id="rId18"/>
    <p:sldId id="336" r:id="rId19"/>
    <p:sldId id="337" r:id="rId20"/>
    <p:sldId id="329" r:id="rId21"/>
    <p:sldId id="330" r:id="rId22"/>
    <p:sldId id="331" r:id="rId23"/>
    <p:sldId id="33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366623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200" b="1" dirty="0">
                <a:solidFill>
                  <a:schemeClr val="accent5"/>
                </a:solidFill>
              </a:rPr>
              <a:t>INVESTIGATION OF FREE-VIBRATION ANALYSIS WITH LATERAL DISPLACEMENT OF MULTI-MODE POST-BUCKLING PHENOMENA STEEL COLUMNS USING OPENSEES CONSIDERING THE GEOMETRIC AND MATERIAL PROPERTIES NONLINEARITY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5736-084C-5C3A-112C-FE861BCE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64B679-7D94-7EC3-EC86-CB6A8E105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960"/>
            <a:ext cx="12192000" cy="54940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FE1FA9-7BAC-86DA-E5E5-80EFCBFF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4" y="814388"/>
            <a:ext cx="3425952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48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28F93A-ADB7-98ED-EEC9-D027F9FF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27A1EF-9574-681F-9C8E-7E115B7A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3E76-E9DF-07AB-2011-1C291ABA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49E76-048E-E835-D667-859F2AC7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9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2806-62E6-839C-C2F8-38CF7D89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6E73A8-1083-C01B-4784-ED7DD2928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9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E56A-9C9F-BE5B-6660-B3DFCD57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289AF-0834-B0C1-CF72-B9BD4E11D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5657-4971-F3A3-AB5D-0F9E293D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B0751-00D7-0BBD-5E85-C1EE12F14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176A-4AFE-F64F-1BF0-5F5DACEF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E43AA-FE41-E88D-AD63-24F2EFF71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9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6089-79E7-3B9B-8598-0B731F7B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952542-C0BF-C79E-579F-52809CE77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3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870E-FACD-AFA6-228F-A7B5E813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7D7C43-E15B-B88A-A0B2-4260EF8A3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3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AC5-9F69-F86B-BABC-BAE5DC19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AEAA27-25C0-D260-9345-E18189EA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6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2DA5-DDEA-0DF0-B6E4-76A20B4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FA6C77-E8D3-5BA6-5EDF-BC85D492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5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9F9F-8194-500A-032D-52937566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DBDBDE-4233-3FD4-49E7-0615E91EB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08" y="234786"/>
            <a:ext cx="94111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46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8C7B-01C2-88FC-006C-CF1774A6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D33DDB-FA0B-B276-50C1-23F1DC93C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08" y="234786"/>
            <a:ext cx="94111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6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7F32-89CF-5077-CC2F-E49BFD8B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C7958-1188-4C67-4B6B-FC3DDB07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24" y="457200"/>
            <a:ext cx="765475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2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6434-E532-52D0-7B58-E6020897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58B0C-1E97-311A-674E-FA15F94E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981" y="307847"/>
            <a:ext cx="784403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28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71A70-460B-CBDB-9E4D-CE70AF4B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FA0F9-0A7E-F6C6-01CC-AD2B4262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24" y="457200"/>
            <a:ext cx="765475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59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6FEF-D953-D45A-C687-ABE8E9D3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ADDA9-EF30-5796-96AA-59301CC56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981" y="457200"/>
            <a:ext cx="784403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72AF-279A-4A2B-AD9A-81DBA552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7C448-E327-98E1-3347-AE48713FC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06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1605-0E6C-76D3-3A33-B6C4F478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74722-A49E-C566-DBED-5396A5E49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19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8ED2-DB78-B2C0-D65A-FC53582D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F3E7FA-2B55-5704-DB53-84D14AF0E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45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6E2A-78A9-34DC-7286-73CC3D06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CA13A-912A-07B6-8214-383C6C8E8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2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45</Words>
  <Application>Microsoft Office PowerPoint</Application>
  <PresentationFormat>Widescreen</PresentationFormat>
  <Paragraphs>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90</cp:revision>
  <cp:lastPrinted>2026-01-14T08:59:12Z</cp:lastPrinted>
  <dcterms:created xsi:type="dcterms:W3CDTF">2025-07-19T22:10:00Z</dcterms:created>
  <dcterms:modified xsi:type="dcterms:W3CDTF">2026-01-15T05:32:30Z</dcterms:modified>
</cp:coreProperties>
</file>