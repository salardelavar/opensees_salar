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6" r:id="rId3"/>
    <p:sldId id="257" r:id="rId4"/>
    <p:sldId id="259" r:id="rId5"/>
    <p:sldId id="327" r:id="rId6"/>
    <p:sldId id="320" r:id="rId7"/>
    <p:sldId id="317" r:id="rId8"/>
    <p:sldId id="319" r:id="rId9"/>
    <p:sldId id="324" r:id="rId10"/>
    <p:sldId id="325" r:id="rId11"/>
    <p:sldId id="321" r:id="rId12"/>
    <p:sldId id="322" r:id="rId13"/>
    <p:sldId id="323" r:id="rId14"/>
    <p:sldId id="328" r:id="rId15"/>
    <p:sldId id="333" r:id="rId16"/>
    <p:sldId id="334" r:id="rId17"/>
    <p:sldId id="335" r:id="rId18"/>
    <p:sldId id="336" r:id="rId19"/>
    <p:sldId id="337" r:id="rId20"/>
    <p:sldId id="329" r:id="rId21"/>
    <p:sldId id="330" r:id="rId22"/>
    <p:sldId id="331" r:id="rId23"/>
    <p:sldId id="33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0"/>
            <a:ext cx="12192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200" b="1" dirty="0">
                <a:solidFill>
                  <a:schemeClr val="accent5"/>
                </a:solidFill>
              </a:rPr>
              <a:t>INVESTIGATION OF FREE-VIBRATION ANALYSIS WITH LATERAL DISPLACEMENT OF MULTI-MODE POST-BUCKLING PHENOMENA STEEL COLUMNS USING OPENSEES CONSIDERING THE GEOMETRIC AND MATERIAL PROPERTIES NONLINEARITY</a:t>
            </a:r>
          </a:p>
          <a:p>
            <a:pPr algn="ctr"/>
            <a:r>
              <a:rPr lang="en-US" sz="3600" b="1" dirty="0">
                <a:solidFill>
                  <a:schemeClr val="accent4"/>
                </a:solidFill>
              </a:rPr>
              <a:t>(RELEASE MOMENT IN FIRST AND LAST ELEMENT)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5736-084C-5C3A-112C-FE861BCE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35A76-4DD4-CE5A-8037-2ACAA4FB3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936"/>
            <a:ext cx="12192000" cy="513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48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D187D7-BA4B-A71C-FA56-69AF44D32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27A1EF-9574-681F-9C8E-7E115B7AB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3E76-E9DF-07AB-2011-1C291ABA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49E76-048E-E835-D667-859F2AC72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9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2806-62E6-839C-C2F8-38CF7D89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6E73A8-1083-C01B-4784-ED7DD2928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9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E56A-9C9F-BE5B-6660-B3DFCD57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289AF-0834-B0C1-CF72-B9BD4E11D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36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5657-4971-F3A3-AB5D-0F9E293D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B0751-00D7-0BBD-5E85-C1EE12F14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2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176A-4AFE-F64F-1BF0-5F5DACEF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44EFEB-3109-7C71-9E7D-D6DEA4FA5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9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6089-79E7-3B9B-8598-0B731F7B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1798C2-B64E-178E-58B1-307A4315F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33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870E-FACD-AFA6-228F-A7B5E813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535973-4FC7-FFC3-2A87-8027ACCE6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3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9AC5-9F69-F86B-BABC-BAE5DC19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5B24E-3CC2-510C-7B80-7606AD15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6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2DA5-DDEA-0DF0-B6E4-76A20B4A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72D009-6801-4561-0ECF-C8517381B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5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9F9F-8194-500A-032D-52937566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80B42-5589-0642-745E-324E80FBB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08" y="234786"/>
            <a:ext cx="941118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46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8C7B-01C2-88FC-006C-CF1774A65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A02B3-E559-B6BF-4E20-6E44B348E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08" y="234786"/>
            <a:ext cx="941118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67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7F32-89CF-5077-CC2F-E49BFD8B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CFA0BD-4C15-9413-1948-AFD309EAD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11" y="228600"/>
            <a:ext cx="824357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20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F6434-E532-52D0-7B58-E6020897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A9CD75-5162-04BB-11A5-E1E30D112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287" y="228600"/>
            <a:ext cx="8447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28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71A70-460B-CBDB-9E4D-CE70AF4B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1C00E0-97B0-DB87-CC64-DB2A377E3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11" y="228600"/>
            <a:ext cx="824357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59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6FEF-D953-D45A-C687-ABE8E9D3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7AAEB6-68E5-F8C6-DF45-09D7F217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287" y="228600"/>
            <a:ext cx="8447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81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A72AF-279A-4A2B-AD9A-81DBA552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A3FE2E-9303-D7DE-AD5D-7C485420B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06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1605-0E6C-76D3-3A33-B6C4F478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42CD66-619D-512A-5B01-66DBBA089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19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A8ED2-DB78-B2C0-D65A-FC53582D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4B43F-CBE5-5E61-5207-B08115432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45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6E2A-78A9-34DC-7286-73CC3D06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95823-CB27-0804-1131-9ABB0A21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25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54</Words>
  <Application>Microsoft Office PowerPoint</Application>
  <PresentationFormat>Widescreen</PresentationFormat>
  <Paragraphs>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96</cp:revision>
  <cp:lastPrinted>2026-01-14T08:59:12Z</cp:lastPrinted>
  <dcterms:created xsi:type="dcterms:W3CDTF">2025-07-19T22:10:00Z</dcterms:created>
  <dcterms:modified xsi:type="dcterms:W3CDTF">2026-02-24T16:29:57Z</dcterms:modified>
</cp:coreProperties>
</file>