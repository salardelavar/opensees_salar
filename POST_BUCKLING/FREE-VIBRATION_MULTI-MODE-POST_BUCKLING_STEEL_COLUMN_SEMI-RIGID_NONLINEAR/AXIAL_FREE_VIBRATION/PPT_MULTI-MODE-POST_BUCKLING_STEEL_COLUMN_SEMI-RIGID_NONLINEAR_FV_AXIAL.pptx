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16" r:id="rId4"/>
    <p:sldId id="259" r:id="rId5"/>
    <p:sldId id="317" r:id="rId6"/>
    <p:sldId id="319" r:id="rId7"/>
    <p:sldId id="320" r:id="rId8"/>
    <p:sldId id="324" r:id="rId9"/>
    <p:sldId id="325" r:id="rId10"/>
    <p:sldId id="326" r:id="rId11"/>
    <p:sldId id="321" r:id="rId12"/>
    <p:sldId id="322" r:id="rId13"/>
    <p:sldId id="32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366623"/>
            <a:ext cx="121920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5200" b="1" dirty="0">
                <a:solidFill>
                  <a:schemeClr val="accent5"/>
                </a:solidFill>
              </a:rPr>
              <a:t>INVESTIGATION OF FREE-VIBRATION ANALYSIS  WITH AXIAL DISPLACEMENT OF MULTI-MODE POST-BUCKLING PHENOMENA IN SEMI-RIGID STEEL COLUMNS USING OPENSEES CONSIDERING THE GEOMETRIC AND MATERIAL PROPERTIES NONLINEARITY</a:t>
            </a:r>
          </a:p>
          <a:p>
            <a:pPr algn="ctr"/>
            <a:r>
              <a:rPr lang="en-US" sz="1600" b="1" dirty="0">
                <a:solidFill>
                  <a:srgbClr val="FF0000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D33B30-5C7D-D1E0-77D1-68D4BA39F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868"/>
            <a:ext cx="12192000" cy="566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FD1DF-7E92-1830-587F-FA770CBA4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3FB70FA-36F3-A5BA-C3E2-23BAFEC57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143" y="0"/>
            <a:ext cx="84217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52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F7EA-DC27-756F-9EAA-CFEC55CA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DE02A9-8D9E-0DEB-0A25-A89CCC971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606"/>
            <a:ext cx="12192000" cy="658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76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3E56A-9C9F-BE5B-6660-B3DFCD576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52B7F7E-A764-5A89-3F4E-202C42953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136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45657-4971-F3A3-AB5D-0F9E293D7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0045F1D-8C0E-A0CC-A3DB-FA7F2AE67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220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A2806-62E6-839C-C2F8-38CF7D89C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8AEBE1-DE17-BE74-E584-1D76DA8BD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095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E176A-4AFE-F64F-1BF0-5F5DACEF6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A0D9A5-67CC-6286-D8D7-00023809B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097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36089-79E7-3B9B-8598-0B731F7B8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2F6D95-72FA-1E19-638F-5118CD5A0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533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05C55-F5E0-6DF9-EE4A-4562B6F79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859688-DD3C-B09E-C8EF-59848962C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800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F870E-FACD-AFA6-228F-A7B5E8130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525289-AE96-2F19-9253-0EA143304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95" y="228600"/>
            <a:ext cx="852081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653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19AC5-9F69-F86B-BABC-BAE5DC192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9A2922-5EBB-33FB-EB45-A19A590F6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278" y="228600"/>
            <a:ext cx="852081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267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C2DA5-DDEA-0DF0-B6E4-76A20B4AF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024075-0216-B957-4025-6514EA147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407" y="107822"/>
            <a:ext cx="830881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535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1369</TotalTime>
  <Words>47</Words>
  <Application>Microsoft Office PowerPoint</Application>
  <PresentationFormat>Widescreen</PresentationFormat>
  <Paragraphs>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71</cp:revision>
  <cp:lastPrinted>2025-12-29T04:35:22Z</cp:lastPrinted>
  <dcterms:created xsi:type="dcterms:W3CDTF">2025-07-19T22:10:00Z</dcterms:created>
  <dcterms:modified xsi:type="dcterms:W3CDTF">2025-12-29T04:35:47Z</dcterms:modified>
</cp:coreProperties>
</file>