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89" r:id="rId3"/>
    <p:sldId id="369" r:id="rId4"/>
    <p:sldId id="352" r:id="rId5"/>
    <p:sldId id="380" r:id="rId6"/>
    <p:sldId id="381" r:id="rId7"/>
    <p:sldId id="382" r:id="rId8"/>
    <p:sldId id="383" r:id="rId9"/>
    <p:sldId id="388" r:id="rId10"/>
    <p:sldId id="367" r:id="rId11"/>
    <p:sldId id="304" r:id="rId12"/>
    <p:sldId id="261" r:id="rId13"/>
    <p:sldId id="308" r:id="rId14"/>
    <p:sldId id="326" r:id="rId15"/>
    <p:sldId id="385" r:id="rId16"/>
    <p:sldId id="311" r:id="rId17"/>
    <p:sldId id="327" r:id="rId18"/>
    <p:sldId id="386" r:id="rId19"/>
    <p:sldId id="263" r:id="rId20"/>
    <p:sldId id="376" r:id="rId21"/>
    <p:sldId id="378" r:id="rId22"/>
    <p:sldId id="320" r:id="rId23"/>
    <p:sldId id="384" r:id="rId24"/>
    <p:sldId id="3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7C0DE7-BC52-1989-7047-55BDB02A54EC}"/>
              </a:ext>
            </a:extLst>
          </p:cNvPr>
          <p:cNvSpPr txBox="1"/>
          <p:nvPr/>
        </p:nvSpPr>
        <p:spPr>
          <a:xfrm>
            <a:off x="0" y="859065"/>
            <a:ext cx="12192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COMPREHENSIVE EVALUATION OF THE EQUIVALENT VISCOUS DAMPING RATIO OF A NONLINEAR MDOF SYSTEM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63C2-A16A-E269-A68D-114C8DA45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C8817-D360-61C2-AB96-5F1718F56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2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2EEA-8DD5-28DB-779E-FC07F397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3" y="0"/>
            <a:ext cx="439672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2081399" y="27144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62" y="1754897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23" y="2814137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5239" y="167107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039" y="2897957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903797"/>
            <a:ext cx="3684335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369C91-9CC2-7DD8-ED8F-93939FBE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60AC-DB38-99D2-B1EB-F8EC712DE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8A592-6068-A5E3-90BD-C51C1C8AC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89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40B450-FFF0-1345-5DB1-53A796ABD5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2A82A-2478-B5AD-86CA-7672A9A69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28850-03EB-312E-A72D-47EB3C39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2422784-18DA-B0F4-C914-886F025B3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94" y="618985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20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4EF529-2620-8B02-5774-8ABCFF15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332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E1F54-3EA9-B612-8FE8-B481C856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1140D-F861-BEAC-6199-3AF4AECD2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473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58952-E1C9-525C-DBE9-45784BB9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D348F-BC35-4E0F-67DD-5C85C60DB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46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435" y="130128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626" y="3793469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435" y="1332912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910" y="2512643"/>
            <a:ext cx="2644666" cy="1005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F4C739-9857-D221-E51B-555276500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626" y="5222219"/>
            <a:ext cx="2647950" cy="10572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AEF9A5-5CEC-9F42-E2FF-6A6348DEB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91225" y="320040"/>
            <a:ext cx="9354106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55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326BFE-1521-DA46-DAD8-923297F88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589C-5D42-E374-FBA6-3C3A5EF2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57A82-6DC6-DDDE-A155-4312150F97B2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756996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CB291-AAF3-5278-5ED1-27958A6D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FEA4DB-5F84-A9FE-BEB7-E7C5D5F5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73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97</Words>
  <Application>Microsoft Office PowerPoint</Application>
  <PresentationFormat>Widescreen</PresentationFormat>
  <Paragraphs>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152</cp:revision>
  <cp:lastPrinted>2026-03-23T10:01:33Z</cp:lastPrinted>
  <dcterms:created xsi:type="dcterms:W3CDTF">2025-06-03T10:37:48Z</dcterms:created>
  <dcterms:modified xsi:type="dcterms:W3CDTF">2026-07-28T07:59:05Z</dcterms:modified>
</cp:coreProperties>
</file>