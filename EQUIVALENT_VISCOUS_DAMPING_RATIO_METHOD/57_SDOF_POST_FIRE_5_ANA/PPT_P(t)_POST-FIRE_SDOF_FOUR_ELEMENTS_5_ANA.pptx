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79" r:id="rId4"/>
    <p:sldId id="404" r:id="rId5"/>
    <p:sldId id="259" r:id="rId6"/>
    <p:sldId id="399" r:id="rId7"/>
    <p:sldId id="400" r:id="rId8"/>
    <p:sldId id="401" r:id="rId9"/>
    <p:sldId id="304" r:id="rId10"/>
    <p:sldId id="261" r:id="rId11"/>
    <p:sldId id="308" r:id="rId12"/>
    <p:sldId id="326" r:id="rId13"/>
    <p:sldId id="265" r:id="rId14"/>
    <p:sldId id="311" r:id="rId15"/>
    <p:sldId id="327" r:id="rId16"/>
    <p:sldId id="312" r:id="rId17"/>
    <p:sldId id="263" r:id="rId18"/>
    <p:sldId id="329" r:id="rId19"/>
    <p:sldId id="320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227E1-1F9A-2744-17BC-2A5C0ACB7DCD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COMPREHENSIVE EVALUATION OF THE EQUIVALENT VISCOUS DAMPING RATIO OF A POST-FIRE NONLINEAR SDOF SYSTEM WITH FOUR ELEMENTS STRUCTURE UNDER MULTIPLE LOADING PROTOCOLS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9AEB2-3856-041B-F7E6-1B3018BDA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964"/>
            <a:ext cx="12192000" cy="399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EE91-EF6C-8426-0BBC-F4615455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428798-7E87-1034-FB96-EA25044FA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2" y="228600"/>
            <a:ext cx="81576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12FE-9D1F-5735-4C49-B6BA9FCB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81C94-C8EF-FDA9-E6BE-E1D865BAA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650"/>
            <a:ext cx="12192000" cy="31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70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8DAEEB-7263-1067-48E2-9FB2BBDFC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5B2962-B2BE-C587-8668-AC2451CB83BD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9111-A9B5-3673-77D3-AB269B5F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C51D8-C80F-EF8A-6BBF-8A2E602F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EF34A9-5C39-AB81-C641-838EBF22A2FF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4158338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CB61-494B-B3F6-DEE4-C9BD2EBC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2C940-5F4E-E536-3D6B-F189DD834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83BF2C-A572-4671-93DA-2267C76D8757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2143482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CB769-95F8-EECC-F1B0-36104FDA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65C47-BF65-F13A-06BB-8EBE0654D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5E0DD6-7BBD-3D3A-6539-8321CB5B2E51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99679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31CF61-16C7-0EF5-4682-0B905C9F8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0C421-8757-9EBC-E586-0F34D0AC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58" y="733286"/>
            <a:ext cx="745528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2B0259-34FA-EE47-10FA-BF67CE38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58" y="733286"/>
            <a:ext cx="745528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5A8BEE-076E-DA14-A672-38329525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683FB2-9AFA-F972-23D0-48F63F165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76</Words>
  <Application>Microsoft Office PowerPoint</Application>
  <PresentationFormat>Widescreen</PresentationFormat>
  <Paragraphs>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183</cp:revision>
  <cp:lastPrinted>2026-07-17T20:27:55Z</cp:lastPrinted>
  <dcterms:created xsi:type="dcterms:W3CDTF">2025-06-03T10:37:48Z</dcterms:created>
  <dcterms:modified xsi:type="dcterms:W3CDTF">2026-07-28T08:03:43Z</dcterms:modified>
</cp:coreProperties>
</file>