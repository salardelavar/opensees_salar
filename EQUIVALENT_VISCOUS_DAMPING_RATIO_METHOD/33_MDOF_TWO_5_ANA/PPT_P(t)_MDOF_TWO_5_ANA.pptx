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69" r:id="rId4"/>
    <p:sldId id="352" r:id="rId5"/>
    <p:sldId id="376" r:id="rId6"/>
    <p:sldId id="375" r:id="rId7"/>
    <p:sldId id="368" r:id="rId8"/>
    <p:sldId id="367" r:id="rId9"/>
    <p:sldId id="304" r:id="rId10"/>
    <p:sldId id="261" r:id="rId11"/>
    <p:sldId id="308" r:id="rId12"/>
    <p:sldId id="326" r:id="rId13"/>
    <p:sldId id="265" r:id="rId14"/>
    <p:sldId id="311" r:id="rId15"/>
    <p:sldId id="327" r:id="rId16"/>
    <p:sldId id="314" r:id="rId17"/>
    <p:sldId id="263" r:id="rId18"/>
    <p:sldId id="329" r:id="rId19"/>
    <p:sldId id="320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3FD1E3-1AA6-AEFE-4820-79067B467DC6}"/>
              </a:ext>
            </a:extLst>
          </p:cNvPr>
          <p:cNvSpPr txBox="1"/>
          <p:nvPr/>
        </p:nvSpPr>
        <p:spPr>
          <a:xfrm>
            <a:off x="0" y="859065"/>
            <a:ext cx="121920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COMPREHENSIVE EVALUATION OF THE EQUIVALENT VISCOUS DAMPING RATIO OF A NONLINEAR MDOF SYSTEM UNDER MULTIPLE LOADING PROTOCOLS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0EA17-4C5B-2A50-A8BB-07F2BB1B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" y="0"/>
            <a:ext cx="1200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29" y="1758434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430" y="2821366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272" y="168628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575" y="2864454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008" y="4076547"/>
            <a:ext cx="3684335" cy="2834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6C5958-7B67-E7D1-E899-1F9DD121C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596387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3975130" y="11662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561DF8-7F67-F9AD-0A2E-A6535F98F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2" y="228600"/>
            <a:ext cx="815761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992A-D1B0-B4E9-9ED4-48C17F3F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5BA218-9B38-8F5A-1BD0-1DFCE2229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4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4612-2C31-F930-B402-F2B746A2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9801E0-15E4-B8D3-5671-E228565DA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9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66BE9-A788-6D30-278B-8E124D148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40A23C-F51D-6848-425D-A4D325A31C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65" y="0"/>
            <a:ext cx="8874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91423-36DD-A5CA-2B89-15A44FB97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151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696A27-97B8-EAC1-5505-295DDAF88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85" y="457200"/>
            <a:ext cx="82188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552450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16F6FD-AA1C-C47B-3D04-D92D60A5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85" y="457200"/>
            <a:ext cx="82188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5E8AD6-7BFB-75D9-D97F-C64D02810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C6FE71-7483-6AB5-D4C9-7CDE26917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326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89</Words>
  <Application>Microsoft Office PowerPoint</Application>
  <PresentationFormat>Widescreen</PresentationFormat>
  <Paragraphs>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164</cp:revision>
  <cp:lastPrinted>2026-07-17T20:19:21Z</cp:lastPrinted>
  <dcterms:created xsi:type="dcterms:W3CDTF">2025-06-03T10:37:48Z</dcterms:created>
  <dcterms:modified xsi:type="dcterms:W3CDTF">2026-07-28T08:01:32Z</dcterms:modified>
</cp:coreProperties>
</file>