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73" r:id="rId3"/>
    <p:sldId id="372" r:id="rId4"/>
    <p:sldId id="322" r:id="rId5"/>
    <p:sldId id="304" r:id="rId6"/>
    <p:sldId id="261" r:id="rId7"/>
    <p:sldId id="308" r:id="rId8"/>
    <p:sldId id="326" r:id="rId9"/>
    <p:sldId id="266" r:id="rId10"/>
    <p:sldId id="311" r:id="rId11"/>
    <p:sldId id="327" r:id="rId12"/>
    <p:sldId id="371" r:id="rId13"/>
    <p:sldId id="263" r:id="rId14"/>
    <p:sldId id="268" r:id="rId15"/>
    <p:sldId id="320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65A19-AFEE-0050-A023-B19AA459D4B5}"/>
              </a:ext>
            </a:extLst>
          </p:cNvPr>
          <p:cNvSpPr txBox="1"/>
          <p:nvPr/>
        </p:nvSpPr>
        <p:spPr>
          <a:xfrm>
            <a:off x="0" y="859065"/>
            <a:ext cx="12192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COMPREHENSIVE EVALUATION OF THE EQUIVALENT VISCOUS DAMPING RATIO OF A NONLINEAR SDOF SYSTEM UNDER MULTIPLE LOADING PROTOCOLS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D42EA-7718-D10D-5D4C-B8F85618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54A605-2312-9FEB-7328-168410684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1B40-EC8C-03FA-7A65-F667B32B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72627D-FC7D-C6E6-313B-EC316AA9C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2" y="228600"/>
            <a:ext cx="81576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91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03EC58-1230-C1ED-23EF-940EF08D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1C79B-C53F-8ADB-C4F9-933B42102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58" y="733286"/>
            <a:ext cx="745528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A79CA-8753-35DA-5865-3CB894F4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15352C-DED6-EE33-2442-54C9CA8F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219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EBF8F-8B63-3B62-1F2D-1CD3ED5E5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3DD6DF-0E2D-7710-5CB6-ED12B54C9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624" y="502920"/>
            <a:ext cx="6844751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63</Words>
  <Application>Microsoft Office PowerPoint</Application>
  <PresentationFormat>Widescreen</PresentationFormat>
  <Paragraphs>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124</cp:revision>
  <cp:lastPrinted>2026-04-12T08:11:55Z</cp:lastPrinted>
  <dcterms:created xsi:type="dcterms:W3CDTF">2025-06-03T10:37:48Z</dcterms:created>
  <dcterms:modified xsi:type="dcterms:W3CDTF">2026-07-28T07:57:42Z</dcterms:modified>
</cp:coreProperties>
</file>