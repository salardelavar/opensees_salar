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81" r:id="rId5"/>
    <p:sldId id="277" r:id="rId6"/>
    <p:sldId id="276" r:id="rId7"/>
    <p:sldId id="280" r:id="rId8"/>
    <p:sldId id="258" r:id="rId9"/>
    <p:sldId id="262" r:id="rId10"/>
    <p:sldId id="263" r:id="rId11"/>
    <p:sldId id="264" r:id="rId12"/>
    <p:sldId id="266" r:id="rId13"/>
    <p:sldId id="278" r:id="rId14"/>
    <p:sldId id="265" r:id="rId15"/>
    <p:sldId id="267" r:id="rId16"/>
    <p:sldId id="268" r:id="rId17"/>
    <p:sldId id="261" r:id="rId18"/>
    <p:sldId id="269" r:id="rId19"/>
    <p:sldId id="270" r:id="rId20"/>
    <p:sldId id="271" r:id="rId21"/>
    <p:sldId id="272" r:id="rId22"/>
    <p:sldId id="273" r:id="rId23"/>
    <p:sldId id="274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03" autoAdjust="0"/>
    <p:restoredTop sz="94660"/>
  </p:normalViewPr>
  <p:slideViewPr>
    <p:cSldViewPr snapToGrid="0">
      <p:cViewPr varScale="1">
        <p:scale>
          <a:sx n="67" d="100"/>
          <a:sy n="67" d="100"/>
        </p:scale>
        <p:origin x="8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2245-1276-2F9E-D5B0-858A91816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3E768-FFE3-7815-78D5-91112BB1C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52766-3E21-CB4A-82C0-46288AEC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8DB7A-10EE-3704-B39C-032E9D3B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E80BD-6007-1289-B37F-A3B86E5A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2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FEE2-115A-A17E-63AD-EFD34DA9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AA150-0100-3322-EFBC-8F7B5070F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928C0-0033-802C-E79A-7CD6CD0D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A8EB8-26C7-9467-044A-CF1E9381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633F3-E6C8-3F6D-1147-29FF1F87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6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B423-DAF8-0E0F-6C0E-546719128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4F5A3-39F5-FE10-BCBD-C93CF8FD6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F3D4A-6F8E-6A62-F4E8-B378EEA7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F05A8-C580-405C-D60E-84001B26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CABA7-CC78-7F02-3408-DB85F62C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3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41B7-39C8-823B-CC59-35153E82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0C828-0508-4355-5B68-4317D71ED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D2EEB-B816-3A5B-19C1-C0A4D3F57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C860E-1A81-1092-C9B5-8146CB332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5232A-29A2-3DAC-A37D-77AB957B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E3C4A-2511-851F-7953-1E61C4A0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0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5D00-0737-CE4A-B8A5-0783B1E3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921C7-D02F-70CD-8FDC-2822B75DF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BED4B-4097-9EA8-D1BA-E0B965852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B402CB-474E-B23A-B7E7-3C4D4D086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8195B-E362-8663-33C6-56FE6C352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5DA75-710F-65B2-961E-30840DF9A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6A42F6-5E2F-5825-1C6B-5BE00469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9B0B2-2C67-56A7-193B-69765CCE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8F7B-80F7-19C6-B80C-0C0CF3F3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8FD69-092D-6BDA-D9AF-22CF64AB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BE809-34ED-B5F0-8846-FE910F54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6C6A0-3AE3-102B-A313-9C4E69C4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5B8BF-5605-410F-B44F-6B871103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9717B-7E28-E366-687F-A197A2EC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F4F25-65E4-3A6D-97E2-32EF3968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5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FE1C-859D-2857-DDB1-064759511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8714A-2C98-5B95-9336-9EA5B796B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214F3-EC79-61BC-7D9C-4F194A79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31B14-F832-5CB9-9887-5C5FB28C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EE5BD-507A-353E-52F9-A753D1CE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5F285-7269-ED7F-7469-E912875D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7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AEE1-44BC-0EC7-C1EB-6C4110C7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D776E-5982-147A-117C-B50DC019E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6F07E-BAB3-1705-3C79-368299BC2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F9324-B58E-B8D8-D0DA-5A36B74D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7E76E-25EB-0AB3-6842-6970C7AE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116AD-D76C-2558-A652-06D103AB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0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204F-D122-27C9-090E-42FC8AF0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1615F-858B-AEFF-C7CF-3421CE015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E5AF-DE31-5F99-ED57-439E21AA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5A380-E2F2-B1AF-0759-DA66F788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1CFAB-1B57-D8DA-9D28-F48AE83E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3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52860-0AF7-5AD0-FC1A-F0F7C7D49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CD87F-ED33-3366-FB71-BF447F0FA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D05CC-BFAE-4598-2B14-715A5CA8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40842-DBF5-EDB4-199D-93F4C8AF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EBF08-6E14-6701-3F45-7D7E158A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6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A5D77-A0A2-8A52-2947-4EBC405A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C1375-CAB9-E2AA-1717-3FCDE62D9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2EC21-C9BE-5113-F6E0-5F2D9831D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06ADF-130A-4EE9-BF7A-7391C22933F6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B3C76-6C60-2408-276B-3733231AD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067AB-4761-7DA8-277A-E5F7A6564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8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09E288-CB9B-3660-66A6-85C2B1FC54AA}"/>
              </a:ext>
            </a:extLst>
          </p:cNvPr>
          <p:cNvSpPr txBox="1"/>
          <p:nvPr/>
        </p:nvSpPr>
        <p:spPr>
          <a:xfrm>
            <a:off x="0" y="428178"/>
            <a:ext cx="121920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4400" b="1" dirty="0">
                <a:solidFill>
                  <a:schemeClr val="accent5"/>
                </a:solidFill>
              </a:rPr>
              <a:t>FRAGILITY ANALYSIS BASED ON ACCELERATION AND STRUCTURAL DUCTILITY DAMAGE INDEX AND EVALUATION OF EQULIVALENT VISCOUS DAMPING RATIO WITH INCREMENTAL DYNAMIC ANALYSIS (IDA) OF A SINGLE-DEGREE-OF-FREEDOM (SDOF) SYSTEM UTILIZING 100 GROUND MOTIONS IN OPENSEES</a:t>
            </a:r>
          </a:p>
          <a:p>
            <a:pPr algn="ctr"/>
            <a:r>
              <a:rPr lang="en-US" sz="1600" b="1" dirty="0">
                <a:solidFill>
                  <a:schemeClr val="accent3"/>
                </a:solidFill>
              </a:rPr>
              <a:t>WRITTEN BY SALAR DELAVAR GHASHGHAEI (QASHQAI)  </a:t>
            </a:r>
          </a:p>
        </p:txBody>
      </p:sp>
    </p:spTree>
    <p:extLst>
      <p:ext uri="{BB962C8B-B14F-4D97-AF65-F5344CB8AC3E}">
        <p14:creationId xmlns:p14="http://schemas.microsoft.com/office/powerpoint/2010/main" val="291354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4D527-182C-3B60-4E09-42186303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93AAA8A-3BDB-87D5-FBF0-0B1FCCDF5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3979" y="956423"/>
            <a:ext cx="5205412" cy="49451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44588F-BD52-FC93-B139-6E1DA3123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6839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38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BF7EA-DC27-756F-9EAA-CFEC55CAA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some words&#10;&#10;AI-generated content may be incorrect.">
            <a:extLst>
              <a:ext uri="{FF2B5EF4-FFF2-40B4-BE49-F238E27FC236}">
                <a16:creationId xmlns:a16="http://schemas.microsoft.com/office/drawing/2014/main" id="{E4C3F518-02E5-BAF3-B2C3-10659662A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562" y="2085975"/>
            <a:ext cx="8524875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76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F6F18-0309-ABED-B80B-C49F2FEA2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351D6C-CC18-C08E-DA6A-8684C6386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192" y="228600"/>
            <a:ext cx="815761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624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C5B33-FE65-F366-A7AF-FED24F272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E3016F-FC4F-513F-089E-9A998AB3D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280"/>
            <a:ext cx="12192000" cy="6559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066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16DEE-05F5-6F69-1276-B69277607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8C88F1-6895-127D-DE49-2DB4EF0AE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309"/>
            <a:ext cx="12192000" cy="6577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191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8C38B-17E3-4D5A-9963-7E8574F04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33B0C0-21D3-E50B-E219-161672834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637" y="457200"/>
            <a:ext cx="7196726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742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CDF46-10CD-2617-2D90-ACB296357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of colored lines&#10;&#10;AI-generated content may be incorrect.">
            <a:extLst>
              <a:ext uri="{FF2B5EF4-FFF2-40B4-BE49-F238E27FC236}">
                <a16:creationId xmlns:a16="http://schemas.microsoft.com/office/drawing/2014/main" id="{81052620-E391-D00F-05C9-0ACB4CB48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555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ADB8B-6E38-437C-3068-B8454425F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with many colored lines&#10;&#10;AI-generated content may be incorrect.">
            <a:extLst>
              <a:ext uri="{FF2B5EF4-FFF2-40B4-BE49-F238E27FC236}">
                <a16:creationId xmlns:a16="http://schemas.microsoft.com/office/drawing/2014/main" id="{8DC0B49F-53D3-35C0-EDDC-68071AF86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317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3A5D6-30CC-2C13-1F9C-D72363F55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of a graph&#10;&#10;AI-generated content may be incorrect.">
            <a:extLst>
              <a:ext uri="{FF2B5EF4-FFF2-40B4-BE49-F238E27FC236}">
                <a16:creationId xmlns:a16="http://schemas.microsoft.com/office/drawing/2014/main" id="{584315C0-B477-397F-0065-4D2460980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60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A8FDC-DAF9-A547-EB2B-DF347820C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73AF939-52B1-8E83-76DD-F10CC19B9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064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3C105-A9A7-8415-C4B6-612A79A38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7C39147-2ADD-043E-9DF4-BF6C8FC01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79C0C94-2193-FA67-A46E-F59D6E5F1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2212" y="1071563"/>
            <a:ext cx="6309360" cy="94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681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3BA65-0246-62FE-A69C-F7DA4043C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105828-D35A-42D2-0895-D07C7A55D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24078F7-F278-C0D4-D622-5CDE4FD41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3312" y="442912"/>
            <a:ext cx="31623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616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4FECB-A4BA-36E3-CFA5-09C8755E5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showing a graph of a earthquake&#10;&#10;AI-generated content may be incorrect.">
            <a:extLst>
              <a:ext uri="{FF2B5EF4-FFF2-40B4-BE49-F238E27FC236}">
                <a16:creationId xmlns:a16="http://schemas.microsoft.com/office/drawing/2014/main" id="{6E87BC5B-0E15-95A1-22EA-7F417EA39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176" y="936497"/>
            <a:ext cx="7715647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053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124D0-8A23-1434-1CA8-DEC3D1484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AFEFB8-2AB6-612F-6B21-F810970FA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81" y="0"/>
            <a:ext cx="10332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3069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52FA3-C5C9-7EEC-59E4-E37C81ED5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D72B0B-A19C-8A2D-9236-B6831D3E8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81" y="0"/>
            <a:ext cx="10332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6929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05C90-67EB-63BD-EECA-89A2A5C49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D0F316-8794-F2C4-56F7-E82CA4C0F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81" y="0"/>
            <a:ext cx="10332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7428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AC39B-BF89-6D71-4D0A-02B017BA2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9AC1C5B-F7DB-FC8A-4D09-A9B7BBFBC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808" y="936497"/>
            <a:ext cx="6496384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8391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0CE58-7650-48F4-683C-8146BF0B2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731555C-41E8-93E0-0978-140612DA6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910" y="936497"/>
            <a:ext cx="6420180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9508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EB524-8DFD-020E-3C93-B33000332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with blue lines&#10;&#10;AI-generated content may be incorrect.">
            <a:extLst>
              <a:ext uri="{FF2B5EF4-FFF2-40B4-BE49-F238E27FC236}">
                <a16:creationId xmlns:a16="http://schemas.microsoft.com/office/drawing/2014/main" id="{7D09F984-C7B5-B8C6-449D-3B3250BC5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238" y="936497"/>
            <a:ext cx="6299524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1068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D7E6E-BFA1-3ACA-84FA-401F33DA8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with a red line&#10;&#10;AI-generated content may be incorrect.">
            <a:extLst>
              <a:ext uri="{FF2B5EF4-FFF2-40B4-BE49-F238E27FC236}">
                <a16:creationId xmlns:a16="http://schemas.microsoft.com/office/drawing/2014/main" id="{FC2E4BFC-6D71-D82B-741C-421772C29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6203" y="936497"/>
            <a:ext cx="6699594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3364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EE24F-580F-7007-8CF3-25878C39B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graph&#10;&#10;AI-generated content may be incorrect.">
            <a:extLst>
              <a:ext uri="{FF2B5EF4-FFF2-40B4-BE49-F238E27FC236}">
                <a16:creationId xmlns:a16="http://schemas.microsoft.com/office/drawing/2014/main" id="{946EC59E-64E5-9F45-2C61-29C4177E6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1695" y="0"/>
            <a:ext cx="61686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5135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7ED73-0728-CAA7-21A0-8510C127F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00EB2C-082E-0CF8-BD47-9A43A97B2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064" y="685800"/>
            <a:ext cx="11105871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6674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0CD49-6CB3-DF0F-ECA4-2ADB41D1E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7529395-CD59-ACE6-ED4A-46DAD1EA8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9060" y="0"/>
            <a:ext cx="68538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069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</TotalTime>
  <Words>60</Words>
  <Application>Microsoft Office PowerPoint</Application>
  <PresentationFormat>Widescreen</PresentationFormat>
  <Paragraphs>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56</cp:revision>
  <cp:lastPrinted>2025-12-04T16:25:27Z</cp:lastPrinted>
  <dcterms:created xsi:type="dcterms:W3CDTF">2025-07-19T22:10:00Z</dcterms:created>
  <dcterms:modified xsi:type="dcterms:W3CDTF">2026-07-29T07:55:50Z</dcterms:modified>
</cp:coreProperties>
</file>