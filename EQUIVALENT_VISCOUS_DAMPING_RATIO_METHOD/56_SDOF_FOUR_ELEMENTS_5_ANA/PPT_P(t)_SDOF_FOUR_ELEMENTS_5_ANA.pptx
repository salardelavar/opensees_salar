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384" r:id="rId2"/>
    <p:sldId id="258" r:id="rId3"/>
    <p:sldId id="385" r:id="rId4"/>
    <p:sldId id="379" r:id="rId5"/>
    <p:sldId id="380" r:id="rId6"/>
    <p:sldId id="381" r:id="rId7"/>
    <p:sldId id="382" r:id="rId8"/>
    <p:sldId id="383" r:id="rId9"/>
    <p:sldId id="304" r:id="rId10"/>
    <p:sldId id="261" r:id="rId11"/>
    <p:sldId id="308" r:id="rId12"/>
    <p:sldId id="326" r:id="rId13"/>
    <p:sldId id="265" r:id="rId14"/>
    <p:sldId id="311" r:id="rId15"/>
    <p:sldId id="327" r:id="rId16"/>
    <p:sldId id="312" r:id="rId17"/>
    <p:sldId id="263" r:id="rId18"/>
    <p:sldId id="329" r:id="rId19"/>
    <p:sldId id="320" r:id="rId20"/>
    <p:sldId id="275" r:id="rId21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7132" autoAdjust="0"/>
    <p:restoredTop sz="94660"/>
  </p:normalViewPr>
  <p:slideViewPr>
    <p:cSldViewPr snapToGrid="0">
      <p:cViewPr varScale="1">
        <p:scale>
          <a:sx n="67" d="100"/>
          <a:sy n="67" d="100"/>
        </p:scale>
        <p:origin x="774" y="7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D206F19-96B3-4F13-35FC-4C10EA15B58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F354475-7BA8-25EF-1CFC-6CD765732E3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33133B1-CFEB-D001-3747-C35328F2668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F38DA24-7C00-4CB3-BA06-557152E755C0}" type="datetimeFigureOut">
              <a:rPr lang="en-US" smtClean="0"/>
              <a:t>7/28/2026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A0554BF-FEFC-F4F4-7D7B-7920E7FFF94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13AD913-BD93-93CE-A775-2003F45ED5E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81B2A8-BA6C-448F-B567-8D86E5189FB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5137758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868E314-D5C2-3D8B-66C5-8C04C8EEFF2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FEA1D6D-0944-FD5C-61EE-88C56D0CCCE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92E38C9-F2E3-E438-888A-79911E67827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F38DA24-7C00-4CB3-BA06-557152E755C0}" type="datetimeFigureOut">
              <a:rPr lang="en-US" smtClean="0"/>
              <a:t>7/28/2026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8FDD91B-B219-07DC-D0F4-997D63E8D9C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15C8B21-6104-B689-B956-BFEBA0CBCA5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81B2A8-BA6C-448F-B567-8D86E5189FB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3744812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E7BBEA3-A996-90BC-61CF-A9E8C70535A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9BDE84B-6C6E-0F03-B7CA-AE72514414A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BA907A1-2B55-F570-8543-AF3F1A1871A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F38DA24-7C00-4CB3-BA06-557152E755C0}" type="datetimeFigureOut">
              <a:rPr lang="en-US" smtClean="0"/>
              <a:t>7/28/2026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96EDF31-B49C-528A-C664-A4965876527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FBBE76D-A87B-DA18-8479-B8301D683D4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81B2A8-BA6C-448F-B567-8D86E5189FB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112292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7AA1208-B198-1F22-B7DA-898B85137EA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8B100EE-A9D5-8996-3B8D-D5C2FD43104C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434A0BA-F482-8A2F-69DA-93924ACCFFB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63E56A1-FDF7-04A0-ED99-D5834334B96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F38DA24-7C00-4CB3-BA06-557152E755C0}" type="datetimeFigureOut">
              <a:rPr lang="en-US" smtClean="0"/>
              <a:t>7/28/2026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135502C-B44E-3200-D036-AD1124B44DC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9E585DB-3C44-B39A-644C-3F6EAB789E6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81B2A8-BA6C-448F-B567-8D86E5189FB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9893677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5BECB78-B4D2-F23F-64BD-C802FC0BD1F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6F1A3BD-9AE3-6221-8F14-D02D3448B54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8B2E2D9-E913-3697-2AE1-5DA127417D0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C55C9B34-F075-3C3C-A7E8-D635F590EB8F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A82D6DC1-8965-9603-46B6-9AD98D085365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2DEFDEA5-35A1-A318-5266-2834BAF3504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F38DA24-7C00-4CB3-BA06-557152E755C0}" type="datetimeFigureOut">
              <a:rPr lang="en-US" smtClean="0"/>
              <a:t>7/28/2026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F3EC9092-5D9A-9E11-005C-C6A1BE621C3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FA3F392C-5BDE-B1D7-2EA9-B7A04755315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81B2A8-BA6C-448F-B567-8D86E5189FB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9436832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02EF55C-4097-72FF-48B2-B56474D342D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4BE83B87-B7B5-54F9-A06C-271130C3D8B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F38DA24-7C00-4CB3-BA06-557152E755C0}" type="datetimeFigureOut">
              <a:rPr lang="en-US" smtClean="0"/>
              <a:t>7/28/2026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790681D4-63E7-2F19-7B22-EBFB4BC8C41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FA87F270-B9A2-DE4C-B46D-F62DCDA0A1D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81B2A8-BA6C-448F-B567-8D86E5189FB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8789647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393D5D6D-2585-E7FC-FB39-DE3E61D7B5B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F38DA24-7C00-4CB3-BA06-557152E755C0}" type="datetimeFigureOut">
              <a:rPr lang="en-US" smtClean="0"/>
              <a:t>7/28/2026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46BE21F8-D01F-C069-E9A3-8E305BA6383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A7E1E19-44C5-A381-C1F6-8A7150F495A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81B2A8-BA6C-448F-B567-8D86E5189FB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6773457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1A6C389-B78C-B2CD-2C77-60FB75B9D3A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F8CDF69-B172-3093-9B71-21E9EF81708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AD63A7C3-F528-1D0F-A50E-EA44F42D923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EF68BD8-8500-71ED-EA5A-CC6BE90C685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F38DA24-7C00-4CB3-BA06-557152E755C0}" type="datetimeFigureOut">
              <a:rPr lang="en-US" smtClean="0"/>
              <a:t>7/28/2026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CF146E5-BC7F-015F-BA30-09404FF7D85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4F7EF81-5823-6FEC-027F-083784305A7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81B2A8-BA6C-448F-B567-8D86E5189FB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8964274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A3C2397-66BF-38D3-5200-5C117040787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D69C5F01-F6D3-C44A-367D-63103EE249B6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8D08A42-B9F7-32DA-F543-E07609EA2F2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2226F43-E67A-6BB5-E035-3630FA185F0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F38DA24-7C00-4CB3-BA06-557152E755C0}" type="datetimeFigureOut">
              <a:rPr lang="en-US" smtClean="0"/>
              <a:t>7/28/2026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8C3D92E-BB12-D139-35FC-5C5AA677C60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103186E-8782-AB5D-90E2-4B86C7778B6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81B2A8-BA6C-448F-B567-8D86E5189FB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2534269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24DC78A-1446-3920-67C0-32803C7E77B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3A950D9E-F838-CDDF-A73E-301B576CB94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E3394C8-E136-DF00-DB32-89EDD460558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F38DA24-7C00-4CB3-BA06-557152E755C0}" type="datetimeFigureOut">
              <a:rPr lang="en-US" smtClean="0"/>
              <a:t>7/28/2026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D5BF00D-D0FC-834E-D935-77CA41FAF26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5B8F43A-949B-DD39-6782-1C9DC5B7E6C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81B2A8-BA6C-448F-B567-8D86E5189FB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1988488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AB37D68F-F8E6-E1B4-9A2E-6296A7524424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4CAD167E-7F88-0DED-889D-64070DEA4E2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F9CB663-5F1A-C8B2-DAB0-6695A93DF16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F38DA24-7C00-4CB3-BA06-557152E755C0}" type="datetimeFigureOut">
              <a:rPr lang="en-US" smtClean="0"/>
              <a:t>7/28/2026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A09037D-75E8-A82D-0717-D1D16F115B5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441895C-947D-DEE2-731B-86239A3CCED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81B2A8-BA6C-448F-B567-8D86E5189FB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3465962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FACE371A-ED9B-F859-8DFE-E88B2FA9622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A2FF3AD-6AF8-0FEC-35CB-99ED597C3A4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A5356C9-0DD8-62A7-8D4B-61CCC3AFE015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5F38DA24-7C00-4CB3-BA06-557152E755C0}" type="datetimeFigureOut">
              <a:rPr lang="en-US" smtClean="0"/>
              <a:t>7/28/2026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408E712-AE42-63F8-BAB5-1739C564979A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A76EA66-660E-1F2A-60C0-D4CA0AEB6F2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9681B2A8-BA6C-448F-B567-8D86E5189FB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0344375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EA334A5-DAF9-B35D-D42F-B4DD61DFF16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A559F89A-EA5F-479F-DB5A-BF483631B316}"/>
              </a:ext>
            </a:extLst>
          </p:cNvPr>
          <p:cNvSpPr txBox="1"/>
          <p:nvPr/>
        </p:nvSpPr>
        <p:spPr>
          <a:xfrm>
            <a:off x="0" y="397401"/>
            <a:ext cx="12192000" cy="60631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600" b="1" dirty="0">
                <a:solidFill>
                  <a:schemeClr val="accent3"/>
                </a:solidFill>
              </a:rPr>
              <a:t>&gt;&gt; IN THE NAME OF ALLAH, THE MOST GRACIOUS, THE MOST MERCIFUL &lt;&lt;</a:t>
            </a:r>
          </a:p>
          <a:p>
            <a:pPr algn="ctr"/>
            <a:r>
              <a:rPr lang="en-US" sz="6000" b="1" dirty="0">
                <a:solidFill>
                  <a:schemeClr val="accent5"/>
                </a:solidFill>
              </a:rPr>
              <a:t>COMPREHENSIVE EVALUATION OF THE EQUIVALENT VISCOUS DAMPING RATIO OF A NONLINEAR SDOF SYSTEM WITH FOUR ELEMENTS STRUCTURE UNDER MULTIPLE LOADING PROTOCOLS</a:t>
            </a:r>
          </a:p>
          <a:p>
            <a:pPr algn="ctr"/>
            <a:r>
              <a:rPr lang="en-US" sz="1200" b="1" dirty="0">
                <a:solidFill>
                  <a:schemeClr val="accent3"/>
                </a:solidFill>
              </a:rPr>
              <a:t>THIS PROGRAM WRITTEN BY SALAR DELAVAR GHASHGHAEI (QASHQAI)</a:t>
            </a:r>
          </a:p>
        </p:txBody>
      </p:sp>
    </p:spTree>
    <p:extLst>
      <p:ext uri="{BB962C8B-B14F-4D97-AF65-F5344CB8AC3E}">
        <p14:creationId xmlns:p14="http://schemas.microsoft.com/office/powerpoint/2010/main" val="329953328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670759B-40F4-A8DE-D64C-E72E1EEE8EA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7AC3200B-66FE-49DF-98A0-8FB59E772E4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416692"/>
            <a:ext cx="12192000" cy="402461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2977198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C0F7336-D003-A8EA-9093-06CA0B84117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CEFE0C7E-2D1F-6E98-E93D-E1E3BABD8E7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17192" y="228600"/>
            <a:ext cx="8157615" cy="64008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3724578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8DEEE91-EF6C-8426-0BBC-F4615455BFC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A2D90862-4774-0013-DA2F-3CD95552374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869650"/>
            <a:ext cx="12192000" cy="311869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174389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FA07D81-437E-CD66-E907-596CBB53CC6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E2839C4D-E105-5D21-D04C-04597E1A342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01897" y="0"/>
            <a:ext cx="8388205" cy="6858000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810B35B9-678F-FBB1-3D5D-07CD0C768B90}"/>
              </a:ext>
            </a:extLst>
          </p:cNvPr>
          <p:cNvSpPr txBox="1"/>
          <p:nvPr/>
        </p:nvSpPr>
        <p:spPr>
          <a:xfrm>
            <a:off x="3343276" y="1285876"/>
            <a:ext cx="285750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600" b="1" dirty="0">
                <a:solidFill>
                  <a:schemeClr val="accent5"/>
                </a:solidFill>
              </a:rPr>
              <a:t>ELEMENT 01</a:t>
            </a:r>
          </a:p>
        </p:txBody>
      </p:sp>
    </p:spTree>
    <p:extLst>
      <p:ext uri="{BB962C8B-B14F-4D97-AF65-F5344CB8AC3E}">
        <p14:creationId xmlns:p14="http://schemas.microsoft.com/office/powerpoint/2010/main" val="138738963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0A759E2-F012-4E41-3343-A51CCB8DFFC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0BA4F6A4-8607-5951-4AA3-891FB2E6DB5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01897" y="0"/>
            <a:ext cx="8388205" cy="6858000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68BEFE2A-B1E3-2478-1ECF-17F5BCB697E1}"/>
              </a:ext>
            </a:extLst>
          </p:cNvPr>
          <p:cNvSpPr txBox="1"/>
          <p:nvPr/>
        </p:nvSpPr>
        <p:spPr>
          <a:xfrm>
            <a:off x="3343276" y="1285876"/>
            <a:ext cx="285750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600" b="1" dirty="0">
                <a:solidFill>
                  <a:schemeClr val="accent5"/>
                </a:solidFill>
              </a:rPr>
              <a:t>ELEMENT 02</a:t>
            </a:r>
          </a:p>
        </p:txBody>
      </p:sp>
    </p:spTree>
    <p:extLst>
      <p:ext uri="{BB962C8B-B14F-4D97-AF65-F5344CB8AC3E}">
        <p14:creationId xmlns:p14="http://schemas.microsoft.com/office/powerpoint/2010/main" val="123562919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90FF7A4-C61A-5F38-6683-E265FB1DFC9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08112492-1B4E-07E2-F869-4579B9390A2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01897" y="0"/>
            <a:ext cx="8388205" cy="6858000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7F2572DE-ACB2-F449-7B69-B78A3105D5C7}"/>
              </a:ext>
            </a:extLst>
          </p:cNvPr>
          <p:cNvSpPr txBox="1"/>
          <p:nvPr/>
        </p:nvSpPr>
        <p:spPr>
          <a:xfrm>
            <a:off x="3343276" y="1285876"/>
            <a:ext cx="285750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600" b="1" dirty="0">
                <a:solidFill>
                  <a:schemeClr val="accent5"/>
                </a:solidFill>
              </a:rPr>
              <a:t>ELEMENT 03</a:t>
            </a:r>
          </a:p>
        </p:txBody>
      </p:sp>
    </p:spTree>
    <p:extLst>
      <p:ext uri="{BB962C8B-B14F-4D97-AF65-F5344CB8AC3E}">
        <p14:creationId xmlns:p14="http://schemas.microsoft.com/office/powerpoint/2010/main" val="372753327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2152F22-C8B0-8A85-DF7F-E4767D66A3B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6A5B92AD-5FB8-E12B-7149-2ACCA54F963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01897" y="0"/>
            <a:ext cx="8388205" cy="6858000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C38781DF-922D-0FDE-14BE-38A96132CF78}"/>
              </a:ext>
            </a:extLst>
          </p:cNvPr>
          <p:cNvSpPr txBox="1"/>
          <p:nvPr/>
        </p:nvSpPr>
        <p:spPr>
          <a:xfrm>
            <a:off x="3343276" y="1285876"/>
            <a:ext cx="285750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600" b="1" dirty="0">
                <a:solidFill>
                  <a:schemeClr val="accent5"/>
                </a:solidFill>
              </a:rPr>
              <a:t>ELEMENT 04</a:t>
            </a:r>
          </a:p>
        </p:txBody>
      </p:sp>
    </p:spTree>
    <p:extLst>
      <p:ext uri="{BB962C8B-B14F-4D97-AF65-F5344CB8AC3E}">
        <p14:creationId xmlns:p14="http://schemas.microsoft.com/office/powerpoint/2010/main" val="281662699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8126642-CFC3-3863-C174-585452CCD5C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6ECE8190-0CAD-1F63-AA6A-3E9111BF0796}"/>
              </a:ext>
            </a:extLst>
          </p:cNvPr>
          <p:cNvSpPr txBox="1"/>
          <p:nvPr/>
        </p:nvSpPr>
        <p:spPr>
          <a:xfrm>
            <a:off x="1843087" y="2459504"/>
            <a:ext cx="8943975" cy="193899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6000" b="1" dirty="0">
                <a:solidFill>
                  <a:schemeClr val="accent5"/>
                </a:solidFill>
              </a:rPr>
              <a:t>CYCLIC DISPLACEMENT ANALYSIS</a:t>
            </a:r>
          </a:p>
        </p:txBody>
      </p:sp>
    </p:spTree>
    <p:extLst>
      <p:ext uri="{BB962C8B-B14F-4D97-AF65-F5344CB8AC3E}">
        <p14:creationId xmlns:p14="http://schemas.microsoft.com/office/powerpoint/2010/main" val="68663645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400A545-5A10-9F1B-45A2-F44A2616CA5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473935F1-6202-5B0B-F4DE-EDFFE74F171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620149" y="457200"/>
            <a:ext cx="6951702" cy="5943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48373671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5FD3F20-B8F0-61CD-7105-05376A6A187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A4C8AE3F-60FB-913F-ADE8-ADED74306ACB}"/>
              </a:ext>
            </a:extLst>
          </p:cNvPr>
          <p:cNvSpPr txBox="1"/>
          <p:nvPr/>
        </p:nvSpPr>
        <p:spPr>
          <a:xfrm>
            <a:off x="452437" y="1997839"/>
            <a:ext cx="11287125" cy="286232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6000" b="1" dirty="0">
                <a:solidFill>
                  <a:schemeClr val="accent5"/>
                </a:solidFill>
              </a:rPr>
              <a:t>STATIC TIME-HISTORY WITH EXTERNAL TIME-DEPENDENT LOADING ANALYSIS</a:t>
            </a:r>
          </a:p>
        </p:txBody>
      </p:sp>
    </p:spTree>
    <p:extLst>
      <p:ext uri="{BB962C8B-B14F-4D97-AF65-F5344CB8AC3E}">
        <p14:creationId xmlns:p14="http://schemas.microsoft.com/office/powerpoint/2010/main" val="3717988973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9FD9EB2-C6F0-F914-10C6-15678372274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3C4953C6-887F-3541-F78D-4A2845A15CA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58797" y="936497"/>
            <a:ext cx="7874405" cy="498500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5524126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6825BD7-E78D-605C-1FC7-03F79B0409A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3D45E6D7-E3A1-DC78-E7E3-DDB70AADD59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86585" y="457200"/>
            <a:ext cx="8218830" cy="5943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5863626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7B209FD-35F5-599A-B427-EC8AD87776C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C4F7AE19-CDDA-1A77-970E-F2F26F7C4C2A}"/>
              </a:ext>
            </a:extLst>
          </p:cNvPr>
          <p:cNvSpPr txBox="1"/>
          <p:nvPr/>
        </p:nvSpPr>
        <p:spPr>
          <a:xfrm>
            <a:off x="452437" y="1997839"/>
            <a:ext cx="11287125" cy="286232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6000" b="1" dirty="0">
                <a:solidFill>
                  <a:schemeClr val="accent5"/>
                </a:solidFill>
              </a:rPr>
              <a:t>DYNAMIC TIME-HISTORY WITH EXTERNAL TIME-DEPENDENT LOADING ANALYSIS</a:t>
            </a:r>
          </a:p>
        </p:txBody>
      </p:sp>
    </p:spTree>
    <p:extLst>
      <p:ext uri="{BB962C8B-B14F-4D97-AF65-F5344CB8AC3E}">
        <p14:creationId xmlns:p14="http://schemas.microsoft.com/office/powerpoint/2010/main" val="2737988421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7C1CC92-E997-32E8-E0AA-FE03B2D2BF0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9836094B-FC21-6EA6-3912-6A3A48CCC21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58797" y="936497"/>
            <a:ext cx="7874405" cy="498500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83747219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E7E973F-8B3E-8A16-ACAA-110E58B1813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A238A6F7-21E8-AA1D-5F27-E1F0E16FEA1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86585" y="457200"/>
            <a:ext cx="8218830" cy="5943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69791128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844D0C3-33BC-8AC0-7546-EC996A27DA3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63C8780A-4FC2-F497-BE34-B2C16E7CF8E0}"/>
              </a:ext>
            </a:extLst>
          </p:cNvPr>
          <p:cNvSpPr txBox="1"/>
          <p:nvPr/>
        </p:nvSpPr>
        <p:spPr>
          <a:xfrm>
            <a:off x="885826" y="2902506"/>
            <a:ext cx="10001250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6000" b="1" dirty="0">
                <a:solidFill>
                  <a:schemeClr val="accent5"/>
                </a:solidFill>
              </a:rPr>
              <a:t>FREE-VIBRATION ANALYSIS</a:t>
            </a:r>
          </a:p>
        </p:txBody>
      </p:sp>
    </p:spTree>
    <p:extLst>
      <p:ext uri="{BB962C8B-B14F-4D97-AF65-F5344CB8AC3E}">
        <p14:creationId xmlns:p14="http://schemas.microsoft.com/office/powerpoint/2010/main" val="3425243074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76E1CAC-4795-E846-F7DF-A53A4F370F3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EA2C2231-017F-5ADB-67F6-7BD261BB0A1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85863" y="457200"/>
            <a:ext cx="6951702" cy="5943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43196551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00A6411-5370-8D0E-D82B-643AFEAC4CA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9C2FD87F-FA27-4F3D-9880-2DB81CE0CF95}"/>
              </a:ext>
            </a:extLst>
          </p:cNvPr>
          <p:cNvSpPr txBox="1"/>
          <p:nvPr/>
        </p:nvSpPr>
        <p:spPr>
          <a:xfrm>
            <a:off x="885826" y="2902506"/>
            <a:ext cx="10001250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6000" b="1" dirty="0">
                <a:solidFill>
                  <a:schemeClr val="accent5"/>
                </a:solidFill>
              </a:rPr>
              <a:t>SEISMIC ANALYSIS</a:t>
            </a:r>
          </a:p>
        </p:txBody>
      </p:sp>
    </p:spTree>
    <p:extLst>
      <p:ext uri="{BB962C8B-B14F-4D97-AF65-F5344CB8AC3E}">
        <p14:creationId xmlns:p14="http://schemas.microsoft.com/office/powerpoint/2010/main" val="1814986909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ABCDBA9-C54B-300B-2CD4-0907A367612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5FDC9CDF-5337-BAE3-7E4A-8FC7FABEB64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620149" y="457200"/>
            <a:ext cx="6951702" cy="5943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7588525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412</TotalTime>
  <Words>75</Words>
  <Application>Microsoft Office PowerPoint</Application>
  <PresentationFormat>Widescreen</PresentationFormat>
  <Paragraphs>12</Paragraphs>
  <Slides>20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20</vt:i4>
      </vt:variant>
    </vt:vector>
  </HeadingPairs>
  <TitlesOfParts>
    <vt:vector size="24" baseType="lpstr">
      <vt:lpstr>Aptos</vt:lpstr>
      <vt:lpstr>Aptos Display</vt:lpstr>
      <vt:lpstr>Arial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salar dq</dc:creator>
  <cp:lastModifiedBy>salar dq</cp:lastModifiedBy>
  <cp:revision>163</cp:revision>
  <cp:lastPrinted>2026-07-17T20:27:55Z</cp:lastPrinted>
  <dcterms:created xsi:type="dcterms:W3CDTF">2025-06-03T10:37:48Z</dcterms:created>
  <dcterms:modified xsi:type="dcterms:W3CDTF">2026-07-28T08:02:38Z</dcterms:modified>
</cp:coreProperties>
</file>