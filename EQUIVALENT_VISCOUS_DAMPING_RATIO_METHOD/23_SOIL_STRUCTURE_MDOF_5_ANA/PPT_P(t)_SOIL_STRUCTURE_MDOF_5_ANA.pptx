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71" r:id="rId4"/>
    <p:sldId id="370" r:id="rId5"/>
    <p:sldId id="369" r:id="rId6"/>
    <p:sldId id="368" r:id="rId7"/>
    <p:sldId id="367" r:id="rId8"/>
    <p:sldId id="304" r:id="rId9"/>
    <p:sldId id="261" r:id="rId10"/>
    <p:sldId id="308" r:id="rId11"/>
    <p:sldId id="326" r:id="rId12"/>
    <p:sldId id="265" r:id="rId13"/>
    <p:sldId id="311" r:id="rId14"/>
    <p:sldId id="327" r:id="rId15"/>
    <p:sldId id="312" r:id="rId16"/>
    <p:sldId id="263" r:id="rId17"/>
    <p:sldId id="329" r:id="rId18"/>
    <p:sldId id="320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2119F6-9E32-ED07-4BBA-75873A5AAE30}"/>
              </a:ext>
            </a:extLst>
          </p:cNvPr>
          <p:cNvSpPr txBox="1"/>
          <p:nvPr/>
        </p:nvSpPr>
        <p:spPr>
          <a:xfrm>
            <a:off x="0" y="397401"/>
            <a:ext cx="12192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COMPREHENSIVE EVALUATION OF THE EQUIVALENT VISCOUS DAMPING RATIO OF A NONLINEAR MDOF (SOIL-STRUCTURE) SYSTEM UNDER MULTIPLE LOADING PROTOCOLS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FAC24-720D-5D5C-564D-DB2A46DC0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301"/>
            <a:ext cx="12192000" cy="670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9CDC2-9FD7-C41E-2FAA-99EDA5A58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3EBFC8-CC38-07FC-F9FB-CA65AD6CB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92" y="228600"/>
            <a:ext cx="815761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06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27832-958A-C05F-2A21-877693E7D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DFF6E-EC4D-34A1-6F7F-6DF796ED3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75" y="0"/>
            <a:ext cx="11355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81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749" y="2806095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910" y="3865335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226" y="2722275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026" y="3949155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93F3BE-4908-3F2A-4E5E-1FF1DF89E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192" y="1480275"/>
            <a:ext cx="6004834" cy="4937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4025564" y="779085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8E0EAA-C6D9-A04E-9DFD-4808C66E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2DF584-6257-88ED-1CBE-F8BC2F9668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303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A7DED8-6539-1558-B197-F8EA49DE0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751" y="59041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BECF9-7B5E-404E-688B-74A4D3749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85" y="457200"/>
            <a:ext cx="821883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C99920-5E39-19A9-2678-9A7ECF206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585" y="457200"/>
            <a:ext cx="821883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3F8056-575F-2B28-CCDE-F5352BC7D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59041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003E5F-3B5A-CE97-A1A4-096414386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751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92</Words>
  <Application>Microsoft Office PowerPoint</Application>
  <PresentationFormat>Widescreen</PresentationFormat>
  <Paragraphs>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155</cp:revision>
  <cp:lastPrinted>2026-03-23T10:01:33Z</cp:lastPrinted>
  <dcterms:created xsi:type="dcterms:W3CDTF">2025-06-03T10:37:48Z</dcterms:created>
  <dcterms:modified xsi:type="dcterms:W3CDTF">2026-07-28T07:59:57Z</dcterms:modified>
</cp:coreProperties>
</file>